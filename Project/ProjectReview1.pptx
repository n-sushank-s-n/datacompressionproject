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presProps.xml" ContentType="application/vnd.openxmlformats-officedocument.presentationml.presProps+xml"/>
  <Override PartName="/ppt/media/image1.png" ContentType="image/png"/>
  <Override PartName="/ppt/media/image2.jpeg" ContentType="image/jpe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9.xml.rels" ContentType="application/vnd.openxmlformats-package.relationships+xml"/>
  <Override PartName="/ppt/_rels/presentation.xml.rels" ContentType="application/vnd.openxmlformats-package.relationships+xml"/>
  <Override PartName="/_rels/.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Lst>
  <p:sldSz cx="10080625" cy="567055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Focus">
    <p:spTree>
      <p:nvGrpSpPr>
        <p:cNvPr id="1" name=""/>
        <p:cNvGrpSpPr/>
        <p:nvPr/>
      </p:nvGrpSpPr>
      <p:grpSpPr>
        <a:xfrm>
          <a:off x="0" y="0"/>
          <a:ext cx="0" cy="0"/>
          <a:chOff x="0" y="0"/>
          <a:chExt cx="0" cy="0"/>
        </a:xfrm>
      </p:grpSpPr>
      <p:sp>
        <p:nvSpPr>
          <p:cNvPr id="2" name=""/>
          <p:cNvSpPr/>
          <p:nvPr/>
        </p:nvSpPr>
        <p:spPr>
          <a:xfrm>
            <a:off x="0" y="0"/>
            <a:ext cx="4860000" cy="2880000"/>
          </a:xfrm>
          <a:custGeom>
            <a:avLst/>
            <a:gdLst>
              <a:gd name="textAreaLeft" fmla="*/ 0 w 4860000"/>
              <a:gd name="textAreaRight" fmla="*/ 4860360 w 4860000"/>
              <a:gd name="textAreaTop" fmla="*/ 0 h 2880000"/>
              <a:gd name="textAreaBottom" fmla="*/ 2880360 h 2880000"/>
            </a:gdLst>
            <a:ahLst/>
            <a:cxnLst/>
            <a:rect l="textAreaLeft" t="textAreaTop" r="textAreaRight" b="textAreaBottom"/>
            <a:pathLst>
              <a:path w="13501" h="8001">
                <a:moveTo>
                  <a:pt x="0" y="0"/>
                </a:moveTo>
                <a:lnTo>
                  <a:pt x="0" y="500"/>
                </a:lnTo>
                <a:lnTo>
                  <a:pt x="10405" y="8001"/>
                </a:lnTo>
                <a:lnTo>
                  <a:pt x="13501" y="0"/>
                </a:lnTo>
                <a:lnTo>
                  <a:pt x="0" y="0"/>
                </a:lnTo>
                <a:close/>
              </a:path>
            </a:pathLst>
          </a:custGeom>
          <a:solidFill>
            <a:srgbClr val="f10d0c"/>
          </a:solidFill>
          <a:ln w="0">
            <a:noFill/>
          </a:ln>
        </p:spPr>
        <p:style>
          <a:lnRef idx="0"/>
          <a:fillRef idx="0"/>
          <a:effectRef idx="0"/>
          <a:fontRef idx="minor"/>
        </p:style>
        <p:txBody>
          <a:bodyPr lIns="0" rIns="0" tIns="0" bIns="0" anchor="t">
            <a:noAutofit/>
          </a:bodyPr>
          <a:p>
            <a:pPr>
              <a:lnSpc>
                <a:spcPct val="100000"/>
              </a:lnSpc>
            </a:pPr>
            <a:endParaRPr b="1" lang="en-US" sz="1400" strike="noStrike" u="none">
              <a:solidFill>
                <a:srgbClr val="dddddd"/>
              </a:solidFill>
              <a:effectLst/>
              <a:uFillTx/>
              <a:latin typeface="DejaVu Sans"/>
            </a:endParaRPr>
          </a:p>
        </p:txBody>
      </p:sp>
      <p:sp>
        <p:nvSpPr>
          <p:cNvPr id="3" name=""/>
          <p:cNvSpPr/>
          <p:nvPr/>
        </p:nvSpPr>
        <p:spPr>
          <a:xfrm>
            <a:off x="4320000" y="0"/>
            <a:ext cx="5760000" cy="2160000"/>
          </a:xfrm>
          <a:custGeom>
            <a:avLst/>
            <a:gdLst>
              <a:gd name="textAreaLeft" fmla="*/ 0 w 5760000"/>
              <a:gd name="textAreaRight" fmla="*/ 5760360 w 5760000"/>
              <a:gd name="textAreaTop" fmla="*/ 0 h 2160000"/>
              <a:gd name="textAreaBottom" fmla="*/ 2160360 h 2160000"/>
            </a:gdLst>
            <a:ahLst/>
            <a:cxnLst/>
            <a:rect l="textAreaLeft" t="textAreaTop" r="textAreaRight" b="textAreaBottom"/>
            <a:pathLst>
              <a:path w="16001" h="6001">
                <a:moveTo>
                  <a:pt x="16001" y="0"/>
                </a:moveTo>
                <a:lnTo>
                  <a:pt x="2500" y="0"/>
                </a:lnTo>
                <a:lnTo>
                  <a:pt x="0" y="6001"/>
                </a:lnTo>
                <a:lnTo>
                  <a:pt x="16001" y="2500"/>
                </a:lnTo>
                <a:lnTo>
                  <a:pt x="16001" y="0"/>
                </a:lnTo>
                <a:close/>
              </a:path>
            </a:pathLst>
          </a:custGeom>
          <a:solidFill>
            <a:srgbClr val="ea7500"/>
          </a:solidFill>
          <a:ln w="0">
            <a:noFill/>
          </a:ln>
        </p:spPr>
        <p:style>
          <a:lnRef idx="0"/>
          <a:fillRef idx="0"/>
          <a:effectRef idx="0"/>
          <a:fontRef idx="minor"/>
        </p:style>
        <p:txBody>
          <a:bodyPr lIns="0" rIns="0" tIns="0" bIns="0" anchor="t">
            <a:noAutofit/>
          </a:bodyPr>
          <a:p>
            <a:pPr>
              <a:lnSpc>
                <a:spcPct val="100000"/>
              </a:lnSpc>
            </a:pPr>
            <a:endParaRPr b="1" lang="en-US" sz="1400" strike="noStrike" u="none">
              <a:solidFill>
                <a:srgbClr val="dddddd"/>
              </a:solidFill>
              <a:effectLst/>
              <a:uFillTx/>
              <a:latin typeface="DejaVu Sans"/>
            </a:endParaRPr>
          </a:p>
        </p:txBody>
      </p:sp>
      <p:sp>
        <p:nvSpPr>
          <p:cNvPr id="4" name=""/>
          <p:cNvSpPr/>
          <p:nvPr/>
        </p:nvSpPr>
        <p:spPr>
          <a:xfrm>
            <a:off x="5580000" y="1260000"/>
            <a:ext cx="4500000" cy="3780000"/>
          </a:xfrm>
          <a:custGeom>
            <a:avLst/>
            <a:gdLst>
              <a:gd name="textAreaLeft" fmla="*/ 0 w 4500000"/>
              <a:gd name="textAreaRight" fmla="*/ 4500360 w 4500000"/>
              <a:gd name="textAreaTop" fmla="*/ 0 h 3780000"/>
              <a:gd name="textAreaBottom" fmla="*/ 3780360 h 3780000"/>
            </a:gdLst>
            <a:ahLst/>
            <a:cxnLst/>
            <a:rect l="textAreaLeft" t="textAreaTop" r="textAreaRight" b="textAreaBottom"/>
            <a:pathLst>
              <a:path w="12501" h="10501">
                <a:moveTo>
                  <a:pt x="12501" y="10501"/>
                </a:moveTo>
                <a:lnTo>
                  <a:pt x="12501" y="0"/>
                </a:lnTo>
                <a:lnTo>
                  <a:pt x="0" y="2500"/>
                </a:lnTo>
                <a:lnTo>
                  <a:pt x="12501" y="10501"/>
                </a:lnTo>
                <a:close/>
              </a:path>
            </a:pathLst>
          </a:custGeom>
          <a:solidFill>
            <a:srgbClr val="e8a202"/>
          </a:solidFill>
          <a:ln w="0">
            <a:noFill/>
          </a:ln>
        </p:spPr>
        <p:style>
          <a:lnRef idx="0"/>
          <a:fillRef idx="0"/>
          <a:effectRef idx="0"/>
          <a:fontRef idx="minor"/>
        </p:style>
        <p:txBody>
          <a:bodyPr lIns="0" rIns="0" tIns="0" bIns="0" anchor="t">
            <a:noAutofit/>
          </a:bodyPr>
          <a:p>
            <a:pPr>
              <a:lnSpc>
                <a:spcPct val="100000"/>
              </a:lnSpc>
            </a:pPr>
            <a:endParaRPr b="1" lang="en-US" sz="1400" strike="noStrike" u="none">
              <a:solidFill>
                <a:srgbClr val="dddddd"/>
              </a:solidFill>
              <a:effectLst/>
              <a:uFillTx/>
              <a:latin typeface="DejaVu Sans"/>
            </a:endParaRPr>
          </a:p>
        </p:txBody>
      </p:sp>
      <p:sp>
        <p:nvSpPr>
          <p:cNvPr id="5" name=""/>
          <p:cNvSpPr/>
          <p:nvPr/>
        </p:nvSpPr>
        <p:spPr>
          <a:xfrm>
            <a:off x="5580000" y="3060000"/>
            <a:ext cx="4500000" cy="2610000"/>
          </a:xfrm>
          <a:custGeom>
            <a:avLst/>
            <a:gdLst>
              <a:gd name="textAreaLeft" fmla="*/ 0 w 4500000"/>
              <a:gd name="textAreaRight" fmla="*/ 4500360 w 4500000"/>
              <a:gd name="textAreaTop" fmla="*/ 0 h 2610000"/>
              <a:gd name="textAreaBottom" fmla="*/ 2610360 h 2610000"/>
            </a:gdLst>
            <a:ahLst/>
            <a:cxnLst/>
            <a:rect l="textAreaLeft" t="textAreaTop" r="textAreaRight" b="textAreaBottom"/>
            <a:pathLst>
              <a:path w="12501" h="7251">
                <a:moveTo>
                  <a:pt x="12501" y="7251"/>
                </a:moveTo>
                <a:lnTo>
                  <a:pt x="12501" y="6501"/>
                </a:lnTo>
                <a:lnTo>
                  <a:pt x="2000" y="0"/>
                </a:lnTo>
                <a:lnTo>
                  <a:pt x="0" y="7251"/>
                </a:lnTo>
                <a:lnTo>
                  <a:pt x="12501" y="7251"/>
                </a:lnTo>
                <a:close/>
              </a:path>
            </a:pathLst>
          </a:custGeom>
          <a:solidFill>
            <a:srgbClr val="168253"/>
          </a:solidFill>
          <a:ln w="0">
            <a:noFill/>
          </a:ln>
        </p:spPr>
        <p:style>
          <a:lnRef idx="0"/>
          <a:fillRef idx="0"/>
          <a:effectRef idx="0"/>
          <a:fontRef idx="minor"/>
        </p:style>
        <p:txBody>
          <a:bodyPr lIns="0" rIns="0" tIns="0" bIns="0" anchor="t">
            <a:noAutofit/>
          </a:bodyPr>
          <a:p>
            <a:pPr>
              <a:lnSpc>
                <a:spcPct val="100000"/>
              </a:lnSpc>
            </a:pPr>
            <a:endParaRPr b="1" lang="en-US" sz="1400" strike="noStrike" u="none">
              <a:solidFill>
                <a:srgbClr val="dddddd"/>
              </a:solidFill>
              <a:effectLst/>
              <a:uFillTx/>
              <a:latin typeface="DejaVu Sans"/>
            </a:endParaRPr>
          </a:p>
        </p:txBody>
      </p:sp>
      <p:sp>
        <p:nvSpPr>
          <p:cNvPr id="6" name=""/>
          <p:cNvSpPr/>
          <p:nvPr/>
        </p:nvSpPr>
        <p:spPr>
          <a:xfrm>
            <a:off x="0" y="3762000"/>
            <a:ext cx="5760000" cy="1908000"/>
          </a:xfrm>
          <a:custGeom>
            <a:avLst/>
            <a:gdLst>
              <a:gd name="textAreaLeft" fmla="*/ 0 w 5760000"/>
              <a:gd name="textAreaRight" fmla="*/ 5760360 w 5760000"/>
              <a:gd name="textAreaTop" fmla="*/ 0 h 1908000"/>
              <a:gd name="textAreaBottom" fmla="*/ 1908360 h 1908000"/>
            </a:gdLst>
            <a:ahLst/>
            <a:cxnLst/>
            <a:rect l="textAreaLeft" t="textAreaTop" r="textAreaRight" b="textAreaBottom"/>
            <a:pathLst>
              <a:path w="16001" h="5301">
                <a:moveTo>
                  <a:pt x="0" y="5301"/>
                </a:moveTo>
                <a:lnTo>
                  <a:pt x="14501" y="5301"/>
                </a:lnTo>
                <a:lnTo>
                  <a:pt x="16001" y="0"/>
                </a:lnTo>
                <a:lnTo>
                  <a:pt x="0" y="2546"/>
                </a:lnTo>
                <a:lnTo>
                  <a:pt x="0" y="5301"/>
                </a:lnTo>
                <a:close/>
              </a:path>
            </a:pathLst>
          </a:custGeom>
          <a:solidFill>
            <a:srgbClr val="3465a4"/>
          </a:solidFill>
          <a:ln w="0">
            <a:noFill/>
          </a:ln>
        </p:spPr>
        <p:style>
          <a:lnRef idx="0"/>
          <a:fillRef idx="0"/>
          <a:effectRef idx="0"/>
          <a:fontRef idx="minor"/>
        </p:style>
        <p:txBody>
          <a:bodyPr lIns="0" rIns="0" tIns="0" bIns="0" anchor="t">
            <a:noAutofit/>
          </a:bodyPr>
          <a:p>
            <a:pPr>
              <a:lnSpc>
                <a:spcPct val="100000"/>
              </a:lnSpc>
            </a:pPr>
            <a:endParaRPr b="1" lang="en-US" sz="1400" strike="noStrike" u="none">
              <a:solidFill>
                <a:srgbClr val="dddddd"/>
              </a:solidFill>
              <a:effectLst/>
              <a:uFillTx/>
              <a:latin typeface="DejaVu Sans"/>
            </a:endParaRPr>
          </a:p>
        </p:txBody>
      </p:sp>
      <p:sp>
        <p:nvSpPr>
          <p:cNvPr id="7" name=""/>
          <p:cNvSpPr/>
          <p:nvPr/>
        </p:nvSpPr>
        <p:spPr>
          <a:xfrm>
            <a:off x="0" y="540000"/>
            <a:ext cx="4320000" cy="3780000"/>
          </a:xfrm>
          <a:custGeom>
            <a:avLst/>
            <a:gdLst>
              <a:gd name="textAreaLeft" fmla="*/ 0 w 4320000"/>
              <a:gd name="textAreaRight" fmla="*/ 4320360 w 4320000"/>
              <a:gd name="textAreaTop" fmla="*/ 0 h 3780000"/>
              <a:gd name="textAreaBottom" fmla="*/ 3780360 h 3780000"/>
            </a:gdLst>
            <a:ahLst/>
            <a:cxnLst/>
            <a:rect l="textAreaLeft" t="textAreaTop" r="textAreaRight" b="textAreaBottom"/>
            <a:pathLst>
              <a:path w="12001" h="10501">
                <a:moveTo>
                  <a:pt x="0" y="0"/>
                </a:moveTo>
                <a:lnTo>
                  <a:pt x="0" y="10501"/>
                </a:lnTo>
                <a:lnTo>
                  <a:pt x="12001" y="8501"/>
                </a:lnTo>
                <a:lnTo>
                  <a:pt x="0" y="0"/>
                </a:lnTo>
                <a:close/>
              </a:path>
            </a:pathLst>
          </a:custGeom>
          <a:solidFill>
            <a:srgbClr val="780373"/>
          </a:solidFill>
          <a:ln w="0">
            <a:noFill/>
          </a:ln>
        </p:spPr>
        <p:style>
          <a:lnRef idx="0"/>
          <a:fillRef idx="0"/>
          <a:effectRef idx="0"/>
          <a:fontRef idx="minor"/>
        </p:style>
        <p:txBody>
          <a:bodyPr lIns="0" rIns="0" tIns="0" bIns="0" anchor="t">
            <a:noAutofit/>
          </a:bodyPr>
          <a:p>
            <a:pPr>
              <a:lnSpc>
                <a:spcPct val="100000"/>
              </a:lnSpc>
            </a:pPr>
            <a:endParaRPr b="1" lang="en-US" sz="1400" strike="noStrike" u="none">
              <a:solidFill>
                <a:srgbClr val="dddddd"/>
              </a:solidFill>
              <a:effectLst/>
              <a:uFillTx/>
              <a:latin typeface="DejaVu Sans"/>
            </a:endParaRPr>
          </a:p>
        </p:txBody>
      </p:sp>
      <p:sp>
        <p:nvSpPr>
          <p:cNvPr id="8" name="PlaceHolder 1"/>
          <p:cNvSpPr>
            <a:spLocks noGrp="1"/>
          </p:cNvSpPr>
          <p:nvPr>
            <p:ph type="dt" idx="1"/>
          </p:nvPr>
        </p:nvSpPr>
        <p:spPr>
          <a:xfrm>
            <a:off x="360000" y="5220000"/>
            <a:ext cx="2339640" cy="213840"/>
          </a:xfrm>
          <a:prstGeom prst="rect">
            <a:avLst/>
          </a:prstGeom>
          <a:noFill/>
          <a:ln w="0">
            <a:noFill/>
          </a:ln>
        </p:spPr>
        <p:txBody>
          <a:bodyPr lIns="0" rIns="0" tIns="0" bIns="0" anchor="t">
            <a:spAutoFit/>
          </a:bodyPr>
          <a:lstStyle>
            <a:lvl1pPr indent="0">
              <a:lnSpc>
                <a:spcPct val="100000"/>
              </a:lnSpc>
              <a:buNone/>
              <a:tabLst>
                <a:tab algn="l" pos="0"/>
              </a:tabLst>
              <a:defRPr b="0" lang="en-US" sz="1400" strike="noStrike" u="none">
                <a:solidFill>
                  <a:srgbClr val="dddddd"/>
                </a:solidFill>
                <a:effectLst/>
                <a:uFillTx/>
                <a:latin typeface="DejaVu Sans"/>
              </a:defRPr>
            </a:lvl1pPr>
          </a:lstStyle>
          <a:p>
            <a:pPr indent="0">
              <a:lnSpc>
                <a:spcPct val="100000"/>
              </a:lnSpc>
              <a:buNone/>
              <a:tabLst>
                <a:tab algn="l" pos="0"/>
              </a:tabLst>
            </a:pPr>
            <a:r>
              <a:rPr b="0" lang="en-US" sz="1400" strike="noStrike" u="none">
                <a:solidFill>
                  <a:srgbClr val="dddddd"/>
                </a:solidFill>
                <a:effectLst/>
                <a:uFillTx/>
                <a:latin typeface="DejaVu Sans"/>
              </a:rPr>
              <a:t>&lt;date/time&gt;</a:t>
            </a:r>
            <a:endParaRPr b="0" lang="en-IN" sz="1400" strike="noStrike" u="none">
              <a:solidFill>
                <a:srgbClr val="000000"/>
              </a:solidFill>
              <a:effectLst/>
              <a:uFillTx/>
              <a:latin typeface="Times New Roman"/>
            </a:endParaRPr>
          </a:p>
        </p:txBody>
      </p:sp>
      <p:sp>
        <p:nvSpPr>
          <p:cNvPr id="9" name="PlaceHolder 2"/>
          <p:cNvSpPr>
            <a:spLocks noGrp="1"/>
          </p:cNvSpPr>
          <p:nvPr>
            <p:ph type="ftr" idx="2"/>
          </p:nvPr>
        </p:nvSpPr>
        <p:spPr>
          <a:xfrm>
            <a:off x="3420000" y="5220000"/>
            <a:ext cx="3239640" cy="213840"/>
          </a:xfrm>
          <a:prstGeom prst="rect">
            <a:avLst/>
          </a:prstGeom>
          <a:noFill/>
          <a:ln w="0">
            <a:noFill/>
          </a:ln>
        </p:spPr>
        <p:txBody>
          <a:bodyPr lIns="0" rIns="0" tIns="0" bIns="0" anchor="t">
            <a:spAutoFit/>
          </a:bodyPr>
          <a:lstStyle>
            <a:lvl1pPr indent="0" algn="ctr">
              <a:lnSpc>
                <a:spcPct val="100000"/>
              </a:lnSpc>
              <a:buNone/>
              <a:tabLst>
                <a:tab algn="l" pos="0"/>
              </a:tabLst>
              <a:defRPr b="0" lang="en-US" sz="1400" strike="noStrike" u="none">
                <a:solidFill>
                  <a:srgbClr val="dddddd"/>
                </a:solidFill>
                <a:effectLst/>
                <a:uFillTx/>
                <a:latin typeface="DejaVu Sans"/>
              </a:defRPr>
            </a:lvl1pPr>
          </a:lstStyle>
          <a:p>
            <a:pPr indent="0" algn="ctr">
              <a:lnSpc>
                <a:spcPct val="100000"/>
              </a:lnSpc>
              <a:buNone/>
              <a:tabLst>
                <a:tab algn="l" pos="0"/>
              </a:tabLst>
            </a:pPr>
            <a:r>
              <a:rPr b="0" lang="en-US" sz="1400" strike="noStrike" u="none">
                <a:solidFill>
                  <a:srgbClr val="dddddd"/>
                </a:solidFill>
                <a:effectLst/>
                <a:uFillTx/>
                <a:latin typeface="DejaVu Sans"/>
              </a:rPr>
              <a:t>&lt;footer&gt;</a:t>
            </a:r>
            <a:endParaRPr b="0" lang="en-IN" sz="1400" strike="noStrike" u="none">
              <a:solidFill>
                <a:srgbClr val="000000"/>
              </a:solidFill>
              <a:effectLst/>
              <a:uFillTx/>
              <a:latin typeface="Times New Roman"/>
            </a:endParaRPr>
          </a:p>
        </p:txBody>
      </p:sp>
      <p:sp>
        <p:nvSpPr>
          <p:cNvPr id="10" name="PlaceHolder 3"/>
          <p:cNvSpPr>
            <a:spLocks noGrp="1"/>
          </p:cNvSpPr>
          <p:nvPr>
            <p:ph type="sldNum" idx="3"/>
          </p:nvPr>
        </p:nvSpPr>
        <p:spPr>
          <a:xfrm>
            <a:off x="7380000" y="5220000"/>
            <a:ext cx="2339640" cy="213840"/>
          </a:xfrm>
          <a:prstGeom prst="rect">
            <a:avLst/>
          </a:prstGeom>
          <a:noFill/>
          <a:ln w="0">
            <a:noFill/>
          </a:ln>
        </p:spPr>
        <p:txBody>
          <a:bodyPr lIns="0" rIns="0" tIns="0" bIns="0" anchor="t">
            <a:spAutoFit/>
          </a:bodyPr>
          <a:lstStyle>
            <a:lvl1pPr indent="0" algn="r">
              <a:lnSpc>
                <a:spcPct val="100000"/>
              </a:lnSpc>
              <a:buNone/>
              <a:tabLst>
                <a:tab algn="l" pos="0"/>
              </a:tabLst>
              <a:defRPr b="0" lang="en-US" sz="1400" strike="noStrike" u="none">
                <a:solidFill>
                  <a:srgbClr val="dddddd"/>
                </a:solidFill>
                <a:effectLst/>
                <a:uFillTx/>
                <a:latin typeface="DejaVu Sans"/>
              </a:defRPr>
            </a:lvl1pPr>
          </a:lstStyle>
          <a:p>
            <a:pPr indent="0" algn="r">
              <a:lnSpc>
                <a:spcPct val="100000"/>
              </a:lnSpc>
              <a:buNone/>
              <a:tabLst>
                <a:tab algn="l" pos="0"/>
              </a:tabLst>
            </a:pPr>
            <a:fld id="{68F315C9-F16A-4B3D-ACC5-64D83EAF3144}" type="slidenum">
              <a:rPr b="0" lang="en-US" sz="1400" strike="noStrike" u="none">
                <a:solidFill>
                  <a:srgbClr val="dddddd"/>
                </a:solidFill>
                <a:effectLst/>
                <a:uFillTx/>
                <a:latin typeface="DejaVu Sans"/>
              </a:rPr>
              <a:t>&lt;number&gt;</a:t>
            </a:fld>
            <a:endParaRPr b="0" lang="en-IN" sz="1400" strike="noStrike" u="none">
              <a:solidFill>
                <a:srgbClr val="000000"/>
              </a:solidFill>
              <a:effectLst/>
              <a:uFillTx/>
              <a:latin typeface="Times New Roman"/>
            </a:endParaRPr>
          </a:p>
        </p:txBody>
      </p:sp>
      <p:sp>
        <p:nvSpPr>
          <p:cNvPr id="11" name="PlaceHolder 4"/>
          <p:cNvSpPr>
            <a:spLocks noGrp="1"/>
          </p:cNvSpPr>
          <p:nvPr>
            <p:ph type="body"/>
          </p:nvPr>
        </p:nvSpPr>
        <p:spPr>
          <a:xfrm>
            <a:off x="3780000" y="1980000"/>
            <a:ext cx="2519640" cy="1799640"/>
          </a:xfrm>
          <a:prstGeom prst="rect">
            <a:avLst/>
          </a:prstGeom>
          <a:noFill/>
          <a:ln w="0">
            <a:noFill/>
          </a:ln>
        </p:spPr>
        <p:txBody>
          <a:bodyPr lIns="0" rIns="0" tIns="0" bIns="0" anchor="t">
            <a:normAutofit fontScale="77500" lnSpcReduction="19999"/>
          </a:bodyPr>
          <a:p>
            <a:pPr indent="0" algn="ctr">
              <a:lnSpc>
                <a:spcPct val="100000"/>
              </a:lnSpc>
              <a:spcAft>
                <a:spcPts val="1060"/>
              </a:spcAft>
              <a:buNone/>
              <a:tabLst>
                <a:tab algn="l" pos="0"/>
              </a:tabLst>
            </a:pPr>
            <a:r>
              <a:rPr b="0" lang="en-US" sz="2400" strike="noStrike" u="none">
                <a:solidFill>
                  <a:srgbClr val="666666"/>
                </a:solidFill>
                <a:effectLst/>
                <a:uFillTx/>
                <a:latin typeface="DejaVu Sans"/>
              </a:rPr>
              <a:t>Click to edit the outline text format</a:t>
            </a:r>
            <a:endParaRPr b="0" lang="en-IN" sz="2400" strike="noStrike" u="none">
              <a:solidFill>
                <a:srgbClr val="000000"/>
              </a:solidFill>
              <a:effectLst/>
              <a:uFillTx/>
              <a:latin typeface="Arial"/>
            </a:endParaRPr>
          </a:p>
          <a:p>
            <a:pPr indent="0" algn="ctr">
              <a:lnSpc>
                <a:spcPct val="100000"/>
              </a:lnSpc>
              <a:spcAft>
                <a:spcPts val="848"/>
              </a:spcAft>
              <a:buNone/>
              <a:tabLst>
                <a:tab algn="l" pos="0"/>
              </a:tabLst>
            </a:pPr>
            <a:r>
              <a:rPr b="0" lang="en-US" sz="2200" strike="noStrike" u="none">
                <a:solidFill>
                  <a:srgbClr val="666666"/>
                </a:solidFill>
                <a:effectLst/>
                <a:uFillTx/>
                <a:latin typeface="DejaVu Sans"/>
              </a:rPr>
              <a:t>Second Outline Level</a:t>
            </a:r>
            <a:endParaRPr b="0" lang="en-IN" sz="2200" strike="noStrike" u="none">
              <a:solidFill>
                <a:srgbClr val="000000"/>
              </a:solidFill>
              <a:effectLst/>
              <a:uFillTx/>
              <a:latin typeface="Arial"/>
            </a:endParaRPr>
          </a:p>
          <a:p>
            <a:pPr indent="0" algn="ctr">
              <a:lnSpc>
                <a:spcPct val="100000"/>
              </a:lnSpc>
              <a:spcAft>
                <a:spcPts val="635"/>
              </a:spcAft>
              <a:buNone/>
              <a:tabLst>
                <a:tab algn="l" pos="0"/>
              </a:tabLst>
            </a:pPr>
            <a:r>
              <a:rPr b="0" lang="en-US" sz="2000" strike="noStrike" u="none">
                <a:solidFill>
                  <a:srgbClr val="666666"/>
                </a:solidFill>
                <a:effectLst/>
                <a:uFillTx/>
                <a:latin typeface="DejaVu Sans"/>
              </a:rPr>
              <a:t>Third Outline Level</a:t>
            </a:r>
            <a:endParaRPr b="0" lang="en-IN" sz="2000" strike="noStrike" u="none">
              <a:solidFill>
                <a:srgbClr val="000000"/>
              </a:solidFill>
              <a:effectLst/>
              <a:uFillTx/>
              <a:latin typeface="Arial"/>
            </a:endParaRPr>
          </a:p>
          <a:p>
            <a:pPr indent="0" algn="ctr">
              <a:lnSpc>
                <a:spcPct val="100000"/>
              </a:lnSpc>
              <a:spcAft>
                <a:spcPts val="422"/>
              </a:spcAft>
              <a:buNone/>
              <a:tabLst>
                <a:tab algn="l" pos="0"/>
              </a:tabLst>
            </a:pPr>
            <a:r>
              <a:rPr b="0" lang="en-US" sz="1800" strike="noStrike" u="none">
                <a:solidFill>
                  <a:srgbClr val="666666"/>
                </a:solidFill>
                <a:effectLst/>
                <a:uFillTx/>
                <a:latin typeface="DejaVu Sans"/>
              </a:rPr>
              <a:t>Fourth Outline Level</a:t>
            </a:r>
            <a:endParaRPr b="0" lang="en-IN" sz="1800" strike="noStrike" u="none">
              <a:solidFill>
                <a:srgbClr val="000000"/>
              </a:solidFill>
              <a:effectLst/>
              <a:uFillTx/>
              <a:latin typeface="Arial"/>
            </a:endParaRPr>
          </a:p>
          <a:p>
            <a:pPr indent="0" algn="ctr">
              <a:lnSpc>
                <a:spcPct val="100000"/>
              </a:lnSpc>
              <a:spcAft>
                <a:spcPts val="213"/>
              </a:spcAft>
              <a:buNone/>
              <a:tabLst>
                <a:tab algn="l" pos="0"/>
              </a:tabLst>
            </a:pPr>
            <a:r>
              <a:rPr b="0" lang="en-US" sz="1600" strike="noStrike" u="none">
                <a:solidFill>
                  <a:srgbClr val="666666"/>
                </a:solidFill>
                <a:effectLst/>
                <a:uFillTx/>
                <a:latin typeface="DejaVu Sans"/>
              </a:rPr>
              <a:t>Fifth Outline Level</a:t>
            </a:r>
            <a:endParaRPr b="0" lang="en-IN" sz="1600" strike="noStrike" u="none">
              <a:solidFill>
                <a:srgbClr val="000000"/>
              </a:solidFill>
              <a:effectLst/>
              <a:uFillTx/>
              <a:latin typeface="Arial"/>
            </a:endParaRPr>
          </a:p>
          <a:p>
            <a:pPr indent="0" algn="ctr">
              <a:lnSpc>
                <a:spcPct val="100000"/>
              </a:lnSpc>
              <a:spcAft>
                <a:spcPts val="213"/>
              </a:spcAft>
              <a:buNone/>
              <a:tabLst>
                <a:tab algn="l" pos="0"/>
              </a:tabLst>
            </a:pPr>
            <a:r>
              <a:rPr b="0" lang="en-US" sz="1400" strike="noStrike" u="none">
                <a:solidFill>
                  <a:srgbClr val="666666"/>
                </a:solidFill>
                <a:effectLst/>
                <a:uFillTx/>
                <a:latin typeface="DejaVu Sans"/>
              </a:rPr>
              <a:t>Sixth Outline Level</a:t>
            </a:r>
            <a:endParaRPr b="0" lang="en-IN" sz="1400" strike="noStrike" u="none">
              <a:solidFill>
                <a:srgbClr val="000000"/>
              </a:solidFill>
              <a:effectLst/>
              <a:uFillTx/>
              <a:latin typeface="Arial"/>
            </a:endParaRPr>
          </a:p>
          <a:p>
            <a:pPr indent="0" algn="ctr">
              <a:lnSpc>
                <a:spcPct val="100000"/>
              </a:lnSpc>
              <a:spcAft>
                <a:spcPts val="213"/>
              </a:spcAft>
              <a:buNone/>
              <a:tabLst>
                <a:tab algn="l" pos="0"/>
              </a:tabLst>
            </a:pPr>
            <a:r>
              <a:rPr b="0" lang="en-US" sz="1400" strike="noStrike" u="none">
                <a:solidFill>
                  <a:srgbClr val="666666"/>
                </a:solidFill>
                <a:effectLst/>
                <a:uFillTx/>
                <a:latin typeface="DejaVu Sans"/>
              </a:rPr>
              <a:t>Seventh Outline Level</a:t>
            </a:r>
            <a:endParaRPr b="0" lang="en-IN" sz="1400" strike="noStrike" u="none">
              <a:solidFill>
                <a:srgbClr val="000000"/>
              </a:solidFill>
              <a:effectLst/>
              <a:uFillTx/>
              <a:latin typeface="Arial"/>
            </a:endParaRPr>
          </a:p>
        </p:txBody>
      </p:sp>
      <p:sp>
        <p:nvSpPr>
          <p:cNvPr id="12" name="PlaceHolder 5"/>
          <p:cNvSpPr>
            <a:spLocks noGrp="1"/>
          </p:cNvSpPr>
          <p:nvPr>
            <p:ph type="title"/>
          </p:nvPr>
        </p:nvSpPr>
        <p:spPr>
          <a:xfrm>
            <a:off x="540000" y="180000"/>
            <a:ext cx="3959640" cy="899640"/>
          </a:xfrm>
          <a:prstGeom prst="rect">
            <a:avLst/>
          </a:prstGeom>
          <a:noFill/>
          <a:ln w="0">
            <a:noFill/>
          </a:ln>
        </p:spPr>
        <p:txBody>
          <a:bodyPr lIns="0" rIns="0" tIns="0" bIns="0" anchor="ctr">
            <a:noAutofit/>
          </a:bodyPr>
          <a:p>
            <a:pPr indent="0" algn="ctr">
              <a:lnSpc>
                <a:spcPct val="100000"/>
              </a:lnSpc>
              <a:buNone/>
              <a:tabLst>
                <a:tab algn="l" pos="0"/>
              </a:tabLst>
            </a:pPr>
            <a:r>
              <a:rPr b="0" lang="en-US" sz="3200" strike="noStrike" u="none">
                <a:solidFill>
                  <a:srgbClr val="ffffff"/>
                </a:solidFill>
                <a:effectLst/>
                <a:uFillTx/>
                <a:latin typeface="DejaVu Sans"/>
              </a:rPr>
              <a:t>Click to edit the title text format</a:t>
            </a:r>
            <a:endParaRPr b="0" lang="en-IN" sz="32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Focus1">
    <p:spTree>
      <p:nvGrpSpPr>
        <p:cNvPr id="1" name=""/>
        <p:cNvGrpSpPr/>
        <p:nvPr/>
      </p:nvGrpSpPr>
      <p:grpSpPr>
        <a:xfrm>
          <a:off x="0" y="0"/>
          <a:ext cx="0" cy="0"/>
          <a:chOff x="0" y="0"/>
          <a:chExt cx="0" cy="0"/>
        </a:xfrm>
      </p:grpSpPr>
      <p:sp>
        <p:nvSpPr>
          <p:cNvPr id="13" name=""/>
          <p:cNvSpPr/>
          <p:nvPr/>
        </p:nvSpPr>
        <p:spPr>
          <a:xfrm>
            <a:off x="0" y="0"/>
            <a:ext cx="3276000" cy="3240000"/>
          </a:xfrm>
          <a:custGeom>
            <a:avLst/>
            <a:gdLst>
              <a:gd name="textAreaLeft" fmla="*/ 0 w 3276000"/>
              <a:gd name="textAreaRight" fmla="*/ 3276360 w 3276000"/>
              <a:gd name="textAreaTop" fmla="*/ 0 h 3240000"/>
              <a:gd name="textAreaBottom" fmla="*/ 3240360 h 3240000"/>
            </a:gdLst>
            <a:ahLst/>
            <a:cxnLst/>
            <a:rect l="textAreaLeft" t="textAreaTop" r="textAreaRight" b="textAreaBottom"/>
            <a:pathLst>
              <a:path w="9101" h="9001">
                <a:moveTo>
                  <a:pt x="0" y="0"/>
                </a:moveTo>
                <a:lnTo>
                  <a:pt x="9101" y="0"/>
                </a:lnTo>
                <a:lnTo>
                  <a:pt x="6101" y="9001"/>
                </a:lnTo>
                <a:lnTo>
                  <a:pt x="0" y="4501"/>
                </a:lnTo>
                <a:lnTo>
                  <a:pt x="0" y="0"/>
                </a:lnTo>
                <a:close/>
              </a:path>
            </a:pathLst>
          </a:custGeom>
          <a:solidFill>
            <a:srgbClr val="f10d0c"/>
          </a:solidFill>
          <a:ln w="0">
            <a:noFill/>
          </a:ln>
        </p:spPr>
        <p:style>
          <a:lnRef idx="0"/>
          <a:fillRef idx="0"/>
          <a:effectRef idx="0"/>
          <a:fontRef idx="minor"/>
        </p:style>
        <p:txBody>
          <a:bodyPr lIns="0" rIns="0" tIns="0" bIns="0" anchor="t">
            <a:noAutofit/>
          </a:bodyPr>
          <a:p>
            <a:pPr>
              <a:lnSpc>
                <a:spcPct val="100000"/>
              </a:lnSpc>
            </a:pPr>
            <a:endParaRPr b="1" lang="en-US" sz="1400" strike="noStrike" u="none">
              <a:solidFill>
                <a:srgbClr val="dddddd"/>
              </a:solidFill>
              <a:effectLst/>
              <a:uFillTx/>
              <a:latin typeface="DejaVu Sans"/>
            </a:endParaRPr>
          </a:p>
        </p:txBody>
      </p:sp>
      <p:sp>
        <p:nvSpPr>
          <p:cNvPr id="14" name=""/>
          <p:cNvSpPr/>
          <p:nvPr/>
        </p:nvSpPr>
        <p:spPr>
          <a:xfrm>
            <a:off x="3240000" y="0"/>
            <a:ext cx="5400000" cy="1080000"/>
          </a:xfrm>
          <a:custGeom>
            <a:avLst/>
            <a:gdLst>
              <a:gd name="textAreaLeft" fmla="*/ 0 w 5400000"/>
              <a:gd name="textAreaRight" fmla="*/ 5400360 w 5400000"/>
              <a:gd name="textAreaTop" fmla="*/ 0 h 1080000"/>
              <a:gd name="textAreaBottom" fmla="*/ 1080360 h 1080000"/>
            </a:gdLst>
            <a:ahLst/>
            <a:cxnLst/>
            <a:rect l="textAreaLeft" t="textAreaTop" r="textAreaRight" b="textAreaBottom"/>
            <a:pathLst>
              <a:path w="15001" h="3001">
                <a:moveTo>
                  <a:pt x="1000" y="0"/>
                </a:moveTo>
                <a:lnTo>
                  <a:pt x="0" y="3001"/>
                </a:lnTo>
                <a:lnTo>
                  <a:pt x="15001" y="0"/>
                </a:lnTo>
                <a:lnTo>
                  <a:pt x="1000" y="0"/>
                </a:lnTo>
                <a:close/>
              </a:path>
            </a:pathLst>
          </a:custGeom>
          <a:solidFill>
            <a:srgbClr val="ea7500"/>
          </a:solidFill>
          <a:ln w="0">
            <a:noFill/>
          </a:ln>
        </p:spPr>
        <p:style>
          <a:lnRef idx="0"/>
          <a:fillRef idx="0"/>
          <a:effectRef idx="0"/>
          <a:fontRef idx="minor"/>
        </p:style>
        <p:txBody>
          <a:bodyPr lIns="0" rIns="0" tIns="0" bIns="0" anchor="t">
            <a:noAutofit/>
          </a:bodyPr>
          <a:p>
            <a:pPr>
              <a:lnSpc>
                <a:spcPct val="100000"/>
              </a:lnSpc>
            </a:pPr>
            <a:endParaRPr b="1" lang="en-US" sz="1400" strike="noStrike" u="none">
              <a:solidFill>
                <a:srgbClr val="dddddd"/>
              </a:solidFill>
              <a:effectLst/>
              <a:uFillTx/>
              <a:latin typeface="DejaVu Sans"/>
            </a:endParaRPr>
          </a:p>
        </p:txBody>
      </p:sp>
      <p:sp>
        <p:nvSpPr>
          <p:cNvPr id="15" name=""/>
          <p:cNvSpPr/>
          <p:nvPr/>
        </p:nvSpPr>
        <p:spPr>
          <a:xfrm>
            <a:off x="6120000" y="0"/>
            <a:ext cx="3960000" cy="3780000"/>
          </a:xfrm>
          <a:custGeom>
            <a:avLst/>
            <a:gdLst>
              <a:gd name="textAreaLeft" fmla="*/ 0 w 3960000"/>
              <a:gd name="textAreaRight" fmla="*/ 3960360 w 3960000"/>
              <a:gd name="textAreaTop" fmla="*/ 0 h 3780000"/>
              <a:gd name="textAreaBottom" fmla="*/ 3780360 h 3780000"/>
            </a:gdLst>
            <a:ahLst/>
            <a:cxnLst/>
            <a:rect l="textAreaLeft" t="textAreaTop" r="textAreaRight" b="textAreaBottom"/>
            <a:pathLst>
              <a:path w="11001" h="10501">
                <a:moveTo>
                  <a:pt x="11001" y="0"/>
                </a:moveTo>
                <a:lnTo>
                  <a:pt x="0" y="2500"/>
                </a:lnTo>
                <a:lnTo>
                  <a:pt x="11001" y="10501"/>
                </a:lnTo>
                <a:lnTo>
                  <a:pt x="11001" y="0"/>
                </a:lnTo>
                <a:close/>
              </a:path>
            </a:pathLst>
          </a:custGeom>
          <a:solidFill>
            <a:srgbClr val="e8a202"/>
          </a:solidFill>
          <a:ln w="0">
            <a:noFill/>
          </a:ln>
        </p:spPr>
        <p:style>
          <a:lnRef idx="0"/>
          <a:fillRef idx="0"/>
          <a:effectRef idx="0"/>
          <a:fontRef idx="minor"/>
        </p:style>
        <p:txBody>
          <a:bodyPr lIns="0" rIns="0" tIns="0" bIns="0" anchor="t">
            <a:noAutofit/>
          </a:bodyPr>
          <a:p>
            <a:pPr>
              <a:lnSpc>
                <a:spcPct val="100000"/>
              </a:lnSpc>
            </a:pPr>
            <a:endParaRPr b="1" lang="en-US" sz="1400" strike="noStrike" u="none">
              <a:solidFill>
                <a:srgbClr val="dddddd"/>
              </a:solidFill>
              <a:effectLst/>
              <a:uFillTx/>
              <a:latin typeface="DejaVu Sans"/>
            </a:endParaRPr>
          </a:p>
        </p:txBody>
      </p:sp>
      <p:sp>
        <p:nvSpPr>
          <p:cNvPr id="16" name=""/>
          <p:cNvSpPr/>
          <p:nvPr/>
        </p:nvSpPr>
        <p:spPr>
          <a:xfrm>
            <a:off x="6840000" y="2520000"/>
            <a:ext cx="3240000" cy="3150000"/>
          </a:xfrm>
          <a:custGeom>
            <a:avLst/>
            <a:gdLst>
              <a:gd name="textAreaLeft" fmla="*/ 0 w 3240000"/>
              <a:gd name="textAreaRight" fmla="*/ 3240360 w 3240000"/>
              <a:gd name="textAreaTop" fmla="*/ 0 h 3150000"/>
              <a:gd name="textAreaBottom" fmla="*/ 3150360 h 3150000"/>
            </a:gdLst>
            <a:ahLst/>
            <a:cxnLst/>
            <a:rect l="textAreaLeft" t="textAreaTop" r="textAreaRight" b="textAreaBottom"/>
            <a:pathLst>
              <a:path w="9001" h="8751">
                <a:moveTo>
                  <a:pt x="9001" y="4501"/>
                </a:moveTo>
                <a:lnTo>
                  <a:pt x="3000" y="0"/>
                </a:lnTo>
                <a:lnTo>
                  <a:pt x="0" y="8751"/>
                </a:lnTo>
                <a:lnTo>
                  <a:pt x="9001" y="8751"/>
                </a:lnTo>
                <a:lnTo>
                  <a:pt x="9001" y="4501"/>
                </a:lnTo>
                <a:close/>
              </a:path>
            </a:pathLst>
          </a:custGeom>
          <a:solidFill>
            <a:srgbClr val="168253"/>
          </a:solidFill>
          <a:ln w="0">
            <a:noFill/>
          </a:ln>
        </p:spPr>
        <p:style>
          <a:lnRef idx="0"/>
          <a:fillRef idx="0"/>
          <a:effectRef idx="0"/>
          <a:fontRef idx="minor"/>
        </p:style>
        <p:txBody>
          <a:bodyPr lIns="0" rIns="0" tIns="0" bIns="0" anchor="t">
            <a:noAutofit/>
          </a:bodyPr>
          <a:p>
            <a:pPr>
              <a:lnSpc>
                <a:spcPct val="100000"/>
              </a:lnSpc>
            </a:pPr>
            <a:endParaRPr b="1" lang="en-US" sz="1400" strike="noStrike" u="none">
              <a:solidFill>
                <a:srgbClr val="dddddd"/>
              </a:solidFill>
              <a:effectLst/>
              <a:uFillTx/>
              <a:latin typeface="DejaVu Sans"/>
            </a:endParaRPr>
          </a:p>
        </p:txBody>
      </p:sp>
      <p:sp>
        <p:nvSpPr>
          <p:cNvPr id="17" name=""/>
          <p:cNvSpPr/>
          <p:nvPr/>
        </p:nvSpPr>
        <p:spPr>
          <a:xfrm>
            <a:off x="1800000" y="4500000"/>
            <a:ext cx="5040000" cy="1170000"/>
          </a:xfrm>
          <a:custGeom>
            <a:avLst/>
            <a:gdLst>
              <a:gd name="textAreaLeft" fmla="*/ 0 w 5040000"/>
              <a:gd name="textAreaRight" fmla="*/ 5040360 w 5040000"/>
              <a:gd name="textAreaTop" fmla="*/ 0 h 1170000"/>
              <a:gd name="textAreaBottom" fmla="*/ 1170360 h 1170000"/>
            </a:gdLst>
            <a:ahLst/>
            <a:cxnLst/>
            <a:rect l="textAreaLeft" t="textAreaTop" r="textAreaRight" b="textAreaBottom"/>
            <a:pathLst>
              <a:path w="14001" h="3251">
                <a:moveTo>
                  <a:pt x="0" y="3251"/>
                </a:moveTo>
                <a:lnTo>
                  <a:pt x="13001" y="3251"/>
                </a:lnTo>
                <a:lnTo>
                  <a:pt x="14001" y="0"/>
                </a:lnTo>
                <a:lnTo>
                  <a:pt x="0" y="3251"/>
                </a:lnTo>
                <a:close/>
              </a:path>
            </a:pathLst>
          </a:custGeom>
          <a:solidFill>
            <a:srgbClr val="3465a4"/>
          </a:solidFill>
          <a:ln w="0">
            <a:noFill/>
          </a:ln>
        </p:spPr>
        <p:style>
          <a:lnRef idx="0"/>
          <a:fillRef idx="0"/>
          <a:effectRef idx="0"/>
          <a:fontRef idx="minor"/>
        </p:style>
        <p:txBody>
          <a:bodyPr lIns="0" rIns="0" tIns="0" bIns="0" anchor="t">
            <a:noAutofit/>
          </a:bodyPr>
          <a:p>
            <a:pPr>
              <a:lnSpc>
                <a:spcPct val="100000"/>
              </a:lnSpc>
            </a:pPr>
            <a:endParaRPr b="1" lang="en-US" sz="1400" strike="noStrike" u="none">
              <a:solidFill>
                <a:srgbClr val="dddddd"/>
              </a:solidFill>
              <a:effectLst/>
              <a:uFillTx/>
              <a:latin typeface="DejaVu Sans"/>
            </a:endParaRPr>
          </a:p>
        </p:txBody>
      </p:sp>
      <p:sp>
        <p:nvSpPr>
          <p:cNvPr id="18" name=""/>
          <p:cNvSpPr/>
          <p:nvPr/>
        </p:nvSpPr>
        <p:spPr>
          <a:xfrm>
            <a:off x="0" y="2160000"/>
            <a:ext cx="3996000" cy="3510000"/>
          </a:xfrm>
          <a:custGeom>
            <a:avLst/>
            <a:gdLst>
              <a:gd name="textAreaLeft" fmla="*/ 0 w 3996000"/>
              <a:gd name="textAreaRight" fmla="*/ 3996360 w 3996000"/>
              <a:gd name="textAreaTop" fmla="*/ 0 h 3510000"/>
              <a:gd name="textAreaBottom" fmla="*/ 3510360 h 3510000"/>
            </a:gdLst>
            <a:ahLst/>
            <a:cxnLst/>
            <a:rect l="textAreaLeft" t="textAreaTop" r="textAreaRight" b="textAreaBottom"/>
            <a:pathLst>
              <a:path w="11101" h="9751">
                <a:moveTo>
                  <a:pt x="0" y="9751"/>
                </a:moveTo>
                <a:lnTo>
                  <a:pt x="1602" y="9751"/>
                </a:lnTo>
                <a:lnTo>
                  <a:pt x="11101" y="7440"/>
                </a:lnTo>
                <a:lnTo>
                  <a:pt x="0" y="0"/>
                </a:lnTo>
                <a:lnTo>
                  <a:pt x="0" y="9751"/>
                </a:lnTo>
                <a:close/>
              </a:path>
            </a:pathLst>
          </a:custGeom>
          <a:solidFill>
            <a:srgbClr val="780373"/>
          </a:solidFill>
          <a:ln w="0">
            <a:noFill/>
          </a:ln>
        </p:spPr>
        <p:style>
          <a:lnRef idx="0"/>
          <a:fillRef idx="0"/>
          <a:effectRef idx="0"/>
          <a:fontRef idx="minor"/>
        </p:style>
        <p:txBody>
          <a:bodyPr lIns="0" rIns="0" tIns="0" bIns="0" anchor="t">
            <a:noAutofit/>
          </a:bodyPr>
          <a:p>
            <a:pPr>
              <a:lnSpc>
                <a:spcPct val="100000"/>
              </a:lnSpc>
            </a:pPr>
            <a:endParaRPr b="1" lang="en-US" sz="1400" strike="noStrike" u="none">
              <a:solidFill>
                <a:srgbClr val="dddddd"/>
              </a:solidFill>
              <a:effectLst/>
              <a:uFillTx/>
              <a:latin typeface="DejaVu Sans"/>
            </a:endParaRPr>
          </a:p>
        </p:txBody>
      </p:sp>
      <p:sp>
        <p:nvSpPr>
          <p:cNvPr id="19" name="PlaceHolder 1"/>
          <p:cNvSpPr>
            <a:spLocks noGrp="1"/>
          </p:cNvSpPr>
          <p:nvPr>
            <p:ph type="dt" idx="4"/>
          </p:nvPr>
        </p:nvSpPr>
        <p:spPr>
          <a:xfrm>
            <a:off x="360000" y="5220000"/>
            <a:ext cx="2339640" cy="213840"/>
          </a:xfrm>
          <a:prstGeom prst="rect">
            <a:avLst/>
          </a:prstGeom>
          <a:noFill/>
          <a:ln w="0">
            <a:noFill/>
          </a:ln>
        </p:spPr>
        <p:txBody>
          <a:bodyPr lIns="0" rIns="0" tIns="0" bIns="0" anchor="t">
            <a:spAutoFit/>
          </a:bodyPr>
          <a:lstStyle>
            <a:lvl1pPr indent="0">
              <a:lnSpc>
                <a:spcPct val="100000"/>
              </a:lnSpc>
              <a:buNone/>
              <a:tabLst>
                <a:tab algn="l" pos="0"/>
              </a:tabLst>
              <a:defRPr b="0" lang="en-US" sz="1400" strike="noStrike" u="none">
                <a:solidFill>
                  <a:srgbClr val="dddddd"/>
                </a:solidFill>
                <a:effectLst/>
                <a:uFillTx/>
                <a:latin typeface="DejaVu Sans"/>
              </a:defRPr>
            </a:lvl1pPr>
          </a:lstStyle>
          <a:p>
            <a:pPr indent="0">
              <a:lnSpc>
                <a:spcPct val="100000"/>
              </a:lnSpc>
              <a:buNone/>
              <a:tabLst>
                <a:tab algn="l" pos="0"/>
              </a:tabLst>
            </a:pPr>
            <a:r>
              <a:rPr b="0" lang="en-US" sz="1400" strike="noStrike" u="none">
                <a:solidFill>
                  <a:srgbClr val="dddddd"/>
                </a:solidFill>
                <a:effectLst/>
                <a:uFillTx/>
                <a:latin typeface="DejaVu Sans"/>
              </a:rPr>
              <a:t>&lt;date/time&gt;</a:t>
            </a:r>
            <a:endParaRPr b="0" lang="en-IN" sz="1400" strike="noStrike" u="none">
              <a:solidFill>
                <a:srgbClr val="000000"/>
              </a:solidFill>
              <a:effectLst/>
              <a:uFillTx/>
              <a:latin typeface="Times New Roman"/>
            </a:endParaRPr>
          </a:p>
        </p:txBody>
      </p:sp>
      <p:sp>
        <p:nvSpPr>
          <p:cNvPr id="20" name="PlaceHolder 2"/>
          <p:cNvSpPr>
            <a:spLocks noGrp="1"/>
          </p:cNvSpPr>
          <p:nvPr>
            <p:ph type="ftr" idx="5"/>
          </p:nvPr>
        </p:nvSpPr>
        <p:spPr>
          <a:xfrm>
            <a:off x="3420000" y="5220000"/>
            <a:ext cx="3239640" cy="213840"/>
          </a:xfrm>
          <a:prstGeom prst="rect">
            <a:avLst/>
          </a:prstGeom>
          <a:noFill/>
          <a:ln w="0">
            <a:noFill/>
          </a:ln>
        </p:spPr>
        <p:txBody>
          <a:bodyPr lIns="0" rIns="0" tIns="0" bIns="0" anchor="t">
            <a:spAutoFit/>
          </a:bodyPr>
          <a:lstStyle>
            <a:lvl1pPr indent="0" algn="ctr">
              <a:lnSpc>
                <a:spcPct val="100000"/>
              </a:lnSpc>
              <a:buNone/>
              <a:tabLst>
                <a:tab algn="l" pos="0"/>
              </a:tabLst>
              <a:defRPr b="0" lang="en-US" sz="1400" strike="noStrike" u="none">
                <a:solidFill>
                  <a:srgbClr val="dddddd"/>
                </a:solidFill>
                <a:effectLst/>
                <a:uFillTx/>
                <a:latin typeface="DejaVu Sans"/>
              </a:defRPr>
            </a:lvl1pPr>
          </a:lstStyle>
          <a:p>
            <a:pPr indent="0" algn="ctr">
              <a:lnSpc>
                <a:spcPct val="100000"/>
              </a:lnSpc>
              <a:buNone/>
              <a:tabLst>
                <a:tab algn="l" pos="0"/>
              </a:tabLst>
            </a:pPr>
            <a:r>
              <a:rPr b="0" lang="en-US" sz="1400" strike="noStrike" u="none">
                <a:solidFill>
                  <a:srgbClr val="dddddd"/>
                </a:solidFill>
                <a:effectLst/>
                <a:uFillTx/>
                <a:latin typeface="DejaVu Sans"/>
              </a:rPr>
              <a:t>&lt;footer&gt;</a:t>
            </a:r>
            <a:endParaRPr b="0" lang="en-IN" sz="1400" strike="noStrike" u="none">
              <a:solidFill>
                <a:srgbClr val="000000"/>
              </a:solidFill>
              <a:effectLst/>
              <a:uFillTx/>
              <a:latin typeface="Times New Roman"/>
            </a:endParaRPr>
          </a:p>
        </p:txBody>
      </p:sp>
      <p:sp>
        <p:nvSpPr>
          <p:cNvPr id="21" name="PlaceHolder 3"/>
          <p:cNvSpPr>
            <a:spLocks noGrp="1"/>
          </p:cNvSpPr>
          <p:nvPr>
            <p:ph type="sldNum" idx="6"/>
          </p:nvPr>
        </p:nvSpPr>
        <p:spPr>
          <a:xfrm>
            <a:off x="7380000" y="5220000"/>
            <a:ext cx="2339640" cy="213840"/>
          </a:xfrm>
          <a:prstGeom prst="rect">
            <a:avLst/>
          </a:prstGeom>
          <a:noFill/>
          <a:ln w="0">
            <a:noFill/>
          </a:ln>
        </p:spPr>
        <p:txBody>
          <a:bodyPr lIns="0" rIns="0" tIns="0" bIns="0" anchor="t">
            <a:spAutoFit/>
          </a:bodyPr>
          <a:lstStyle>
            <a:lvl1pPr indent="0" algn="r">
              <a:lnSpc>
                <a:spcPct val="100000"/>
              </a:lnSpc>
              <a:buNone/>
              <a:tabLst>
                <a:tab algn="l" pos="0"/>
              </a:tabLst>
              <a:defRPr b="0" lang="en-US" sz="1400" strike="noStrike" u="none">
                <a:solidFill>
                  <a:srgbClr val="dddddd"/>
                </a:solidFill>
                <a:effectLst/>
                <a:uFillTx/>
                <a:latin typeface="DejaVu Sans"/>
              </a:defRPr>
            </a:lvl1pPr>
          </a:lstStyle>
          <a:p>
            <a:pPr indent="0" algn="r">
              <a:lnSpc>
                <a:spcPct val="100000"/>
              </a:lnSpc>
              <a:buNone/>
              <a:tabLst>
                <a:tab algn="l" pos="0"/>
              </a:tabLst>
            </a:pPr>
            <a:fld id="{B692E0C2-52CE-4537-9D62-8E9D4EA00D99}" type="slidenum">
              <a:rPr b="0" lang="en-US" sz="1400" strike="noStrike" u="none">
                <a:solidFill>
                  <a:srgbClr val="dddddd"/>
                </a:solidFill>
                <a:effectLst/>
                <a:uFillTx/>
                <a:latin typeface="DejaVu Sans"/>
              </a:rPr>
              <a:t>&lt;number&gt;</a:t>
            </a:fld>
            <a:endParaRPr b="0" lang="en-IN" sz="1400" strike="noStrike" u="none">
              <a:solidFill>
                <a:srgbClr val="000000"/>
              </a:solidFill>
              <a:effectLst/>
              <a:uFillTx/>
              <a:latin typeface="Times New Roman"/>
            </a:endParaRPr>
          </a:p>
        </p:txBody>
      </p:sp>
      <p:sp>
        <p:nvSpPr>
          <p:cNvPr id="22" name="PlaceHolder 4"/>
          <p:cNvSpPr>
            <a:spLocks noGrp="1"/>
          </p:cNvSpPr>
          <p:nvPr>
            <p:ph type="title"/>
          </p:nvPr>
        </p:nvSpPr>
        <p:spPr>
          <a:xfrm>
            <a:off x="2880000" y="900000"/>
            <a:ext cx="4319640" cy="1079640"/>
          </a:xfrm>
          <a:prstGeom prst="rect">
            <a:avLst/>
          </a:prstGeom>
          <a:noFill/>
          <a:ln w="0">
            <a:noFill/>
          </a:ln>
        </p:spPr>
        <p:txBody>
          <a:bodyPr lIns="0" rIns="0" tIns="0" bIns="0" anchor="ctr">
            <a:noAutofit/>
          </a:bodyPr>
          <a:p>
            <a:pPr indent="0" algn="ctr">
              <a:lnSpc>
                <a:spcPct val="100000"/>
              </a:lnSpc>
              <a:buNone/>
              <a:tabLst>
                <a:tab algn="l" pos="0"/>
              </a:tabLst>
            </a:pPr>
            <a:r>
              <a:rPr b="0" lang="en-US" sz="3200" strike="noStrike" u="none">
                <a:solidFill>
                  <a:srgbClr val="333333"/>
                </a:solidFill>
                <a:effectLst/>
                <a:uFillTx/>
                <a:latin typeface="DejaVu Sans"/>
              </a:rPr>
              <a:t>Click to edit the title text format</a:t>
            </a:r>
            <a:endParaRPr b="0" lang="en-IN" sz="3200" strike="noStrike" u="none">
              <a:solidFill>
                <a:srgbClr val="000000"/>
              </a:solidFill>
              <a:effectLst/>
              <a:uFillTx/>
              <a:latin typeface="Arial"/>
            </a:endParaRPr>
          </a:p>
        </p:txBody>
      </p:sp>
      <p:sp>
        <p:nvSpPr>
          <p:cNvPr id="23" name="PlaceHolder 5"/>
          <p:cNvSpPr>
            <a:spLocks noGrp="1"/>
          </p:cNvSpPr>
          <p:nvPr>
            <p:ph type="body"/>
          </p:nvPr>
        </p:nvSpPr>
        <p:spPr>
          <a:xfrm>
            <a:off x="2880000" y="2160000"/>
            <a:ext cx="4319640" cy="2519640"/>
          </a:xfrm>
          <a:prstGeom prst="rect">
            <a:avLst/>
          </a:prstGeom>
          <a:noFill/>
          <a:ln w="0">
            <a:noFill/>
          </a:ln>
        </p:spPr>
        <p:txBody>
          <a:bodyPr lIns="0" rIns="0" tIns="0" bIns="0" anchor="t">
            <a:normAutofit fontScale="85000" lnSpcReduction="19999"/>
          </a:bodyPr>
          <a:p>
            <a:pPr marL="432000" indent="-324000">
              <a:lnSpc>
                <a:spcPct val="100000"/>
              </a:lnSpc>
              <a:spcAft>
                <a:spcPts val="1060"/>
              </a:spcAft>
              <a:buClr>
                <a:srgbClr val="666666"/>
              </a:buClr>
              <a:buSzPct val="45000"/>
              <a:buFont typeface="Wingdings" charset="2"/>
              <a:buChar char=""/>
            </a:pPr>
            <a:r>
              <a:rPr b="0" lang="en-US" sz="2400" strike="noStrike" u="none">
                <a:solidFill>
                  <a:srgbClr val="666666"/>
                </a:solidFill>
                <a:effectLst/>
                <a:uFillTx/>
                <a:latin typeface="DejaVu Sans"/>
              </a:rPr>
              <a:t>Click to edit the outline text format</a:t>
            </a:r>
            <a:endParaRPr b="0" lang="en-IN" sz="2400" strike="noStrike" u="none">
              <a:solidFill>
                <a:srgbClr val="000000"/>
              </a:solidFill>
              <a:effectLst/>
              <a:uFillTx/>
              <a:latin typeface="Arial"/>
            </a:endParaRPr>
          </a:p>
          <a:p>
            <a:pPr lvl="1" marL="864000" indent="-324000">
              <a:lnSpc>
                <a:spcPct val="100000"/>
              </a:lnSpc>
              <a:spcAft>
                <a:spcPts val="848"/>
              </a:spcAft>
              <a:buClr>
                <a:srgbClr val="666666"/>
              </a:buClr>
              <a:buSzPct val="75000"/>
              <a:buFont typeface="Symbol" charset="2"/>
              <a:buChar char=""/>
            </a:pPr>
            <a:r>
              <a:rPr b="0" lang="en-US" sz="2200" strike="noStrike" u="none">
                <a:solidFill>
                  <a:srgbClr val="666666"/>
                </a:solidFill>
                <a:effectLst/>
                <a:uFillTx/>
                <a:latin typeface="DejaVu Sans"/>
              </a:rPr>
              <a:t>Second Outline Level</a:t>
            </a:r>
            <a:endParaRPr b="0" lang="en-IN" sz="2200" strike="noStrike" u="none">
              <a:solidFill>
                <a:srgbClr val="000000"/>
              </a:solidFill>
              <a:effectLst/>
              <a:uFillTx/>
              <a:latin typeface="Arial"/>
            </a:endParaRPr>
          </a:p>
          <a:p>
            <a:pPr lvl="2" marL="1296000" indent="-288000">
              <a:lnSpc>
                <a:spcPct val="100000"/>
              </a:lnSpc>
              <a:spcAft>
                <a:spcPts val="635"/>
              </a:spcAft>
              <a:buClr>
                <a:srgbClr val="666666"/>
              </a:buClr>
              <a:buSzPct val="45000"/>
              <a:buFont typeface="Wingdings" charset="2"/>
              <a:buChar char=""/>
            </a:pPr>
            <a:r>
              <a:rPr b="0" lang="en-US" sz="2000" strike="noStrike" u="none">
                <a:solidFill>
                  <a:srgbClr val="666666"/>
                </a:solidFill>
                <a:effectLst/>
                <a:uFillTx/>
                <a:latin typeface="DejaVu Sans"/>
              </a:rPr>
              <a:t>Third Outline Level</a:t>
            </a:r>
            <a:endParaRPr b="0" lang="en-IN" sz="2000" strike="noStrike" u="none">
              <a:solidFill>
                <a:srgbClr val="000000"/>
              </a:solidFill>
              <a:effectLst/>
              <a:uFillTx/>
              <a:latin typeface="Arial"/>
            </a:endParaRPr>
          </a:p>
          <a:p>
            <a:pPr lvl="3" marL="1728000" indent="-216000">
              <a:lnSpc>
                <a:spcPct val="100000"/>
              </a:lnSpc>
              <a:spcAft>
                <a:spcPts val="422"/>
              </a:spcAft>
              <a:buClr>
                <a:srgbClr val="666666"/>
              </a:buClr>
              <a:buSzPct val="75000"/>
              <a:buFont typeface="Symbol" charset="2"/>
              <a:buChar char=""/>
            </a:pPr>
            <a:r>
              <a:rPr b="0" lang="en-US" sz="1800" strike="noStrike" u="none">
                <a:solidFill>
                  <a:srgbClr val="666666"/>
                </a:solidFill>
                <a:effectLst/>
                <a:uFillTx/>
                <a:latin typeface="DejaVu Sans"/>
              </a:rPr>
              <a:t>Fourth Outline Level</a:t>
            </a:r>
            <a:endParaRPr b="0" lang="en-IN" sz="1800" strike="noStrike" u="none">
              <a:solidFill>
                <a:srgbClr val="000000"/>
              </a:solidFill>
              <a:effectLst/>
              <a:uFillTx/>
              <a:latin typeface="Arial"/>
            </a:endParaRPr>
          </a:p>
          <a:p>
            <a:pPr lvl="4" marL="2160000" indent="-216000">
              <a:lnSpc>
                <a:spcPct val="100000"/>
              </a:lnSpc>
              <a:spcAft>
                <a:spcPts val="210"/>
              </a:spcAft>
              <a:buClr>
                <a:srgbClr val="666666"/>
              </a:buClr>
              <a:buSzPct val="45000"/>
              <a:buFont typeface="Wingdings" charset="2"/>
              <a:buChar char=""/>
            </a:pPr>
            <a:r>
              <a:rPr b="0" lang="en-US" sz="1800" strike="noStrike" u="none">
                <a:solidFill>
                  <a:srgbClr val="666666"/>
                </a:solidFill>
                <a:effectLst/>
                <a:uFillTx/>
                <a:latin typeface="DejaVu Sans"/>
              </a:rPr>
              <a:t>Fifth Outline Level</a:t>
            </a:r>
            <a:endParaRPr b="0" lang="en-IN" sz="1800" strike="noStrike" u="none">
              <a:solidFill>
                <a:srgbClr val="000000"/>
              </a:solidFill>
              <a:effectLst/>
              <a:uFillTx/>
              <a:latin typeface="Arial"/>
            </a:endParaRPr>
          </a:p>
          <a:p>
            <a:pPr lvl="5" marL="2592000" indent="-216000">
              <a:lnSpc>
                <a:spcPct val="100000"/>
              </a:lnSpc>
              <a:spcAft>
                <a:spcPts val="210"/>
              </a:spcAft>
              <a:buClr>
                <a:srgbClr val="666666"/>
              </a:buClr>
              <a:buSzPct val="45000"/>
              <a:buFont typeface="Wingdings" charset="2"/>
              <a:buChar char=""/>
            </a:pPr>
            <a:r>
              <a:rPr b="0" lang="en-US" sz="1800" strike="noStrike" u="none">
                <a:solidFill>
                  <a:srgbClr val="666666"/>
                </a:solidFill>
                <a:effectLst/>
                <a:uFillTx/>
                <a:latin typeface="DejaVu Sans"/>
              </a:rPr>
              <a:t>Sixth Outline Level</a:t>
            </a:r>
            <a:endParaRPr b="0" lang="en-IN" sz="1800" strike="noStrike" u="none">
              <a:solidFill>
                <a:srgbClr val="000000"/>
              </a:solidFill>
              <a:effectLst/>
              <a:uFillTx/>
              <a:latin typeface="Arial"/>
            </a:endParaRPr>
          </a:p>
          <a:p>
            <a:pPr lvl="6" marL="3024000" indent="-216000">
              <a:lnSpc>
                <a:spcPct val="100000"/>
              </a:lnSpc>
              <a:spcAft>
                <a:spcPts val="210"/>
              </a:spcAft>
              <a:buClr>
                <a:srgbClr val="666666"/>
              </a:buClr>
              <a:buSzPct val="45000"/>
              <a:buFont typeface="Wingdings" charset="2"/>
              <a:buChar char=""/>
            </a:pPr>
            <a:r>
              <a:rPr b="0" lang="en-US" sz="1800" strike="noStrike" u="none">
                <a:solidFill>
                  <a:srgbClr val="666666"/>
                </a:solidFill>
                <a:effectLst/>
                <a:uFillTx/>
                <a:latin typeface="DejaVu Sans"/>
              </a:rPr>
              <a:t>Seventh Outline Level</a:t>
            </a:r>
            <a:endParaRPr b="0" lang="en-IN" sz="1800" strike="noStrike" u="non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Focus2">
    <p:spTree>
      <p:nvGrpSpPr>
        <p:cNvPr id="1" name=""/>
        <p:cNvGrpSpPr/>
        <p:nvPr/>
      </p:nvGrpSpPr>
      <p:grpSpPr>
        <a:xfrm>
          <a:off x="0" y="0"/>
          <a:ext cx="0" cy="0"/>
          <a:chOff x="0" y="0"/>
          <a:chExt cx="0" cy="0"/>
        </a:xfrm>
      </p:grpSpPr>
      <p:sp>
        <p:nvSpPr>
          <p:cNvPr id="24" name=""/>
          <p:cNvSpPr/>
          <p:nvPr/>
        </p:nvSpPr>
        <p:spPr>
          <a:xfrm>
            <a:off x="0" y="0"/>
            <a:ext cx="1980000" cy="3420000"/>
          </a:xfrm>
          <a:custGeom>
            <a:avLst/>
            <a:gdLst>
              <a:gd name="textAreaLeft" fmla="*/ 0 w 1980000"/>
              <a:gd name="textAreaRight" fmla="*/ 1980360 w 1980000"/>
              <a:gd name="textAreaTop" fmla="*/ 0 h 3420000"/>
              <a:gd name="textAreaBottom" fmla="*/ 3420360 h 3420000"/>
            </a:gdLst>
            <a:ahLst/>
            <a:cxnLst/>
            <a:rect l="textAreaLeft" t="textAreaTop" r="textAreaRight" b="textAreaBottom"/>
            <a:pathLst>
              <a:path w="5501" h="9501">
                <a:moveTo>
                  <a:pt x="0" y="0"/>
                </a:moveTo>
                <a:lnTo>
                  <a:pt x="0" y="8001"/>
                </a:lnTo>
                <a:lnTo>
                  <a:pt x="2500" y="9501"/>
                </a:lnTo>
                <a:lnTo>
                  <a:pt x="5501" y="0"/>
                </a:lnTo>
                <a:lnTo>
                  <a:pt x="0" y="0"/>
                </a:lnTo>
                <a:close/>
              </a:path>
            </a:pathLst>
          </a:custGeom>
          <a:solidFill>
            <a:srgbClr val="f10d0c"/>
          </a:solidFill>
          <a:ln w="0">
            <a:noFill/>
          </a:ln>
        </p:spPr>
        <p:style>
          <a:lnRef idx="0"/>
          <a:fillRef idx="0"/>
          <a:effectRef idx="0"/>
          <a:fontRef idx="minor"/>
        </p:style>
        <p:txBody>
          <a:bodyPr lIns="0" rIns="0" tIns="0" bIns="0" anchor="t">
            <a:noAutofit/>
          </a:bodyPr>
          <a:p>
            <a:pPr>
              <a:lnSpc>
                <a:spcPct val="100000"/>
              </a:lnSpc>
            </a:pPr>
            <a:endParaRPr b="1" lang="en-US" sz="1400" strike="noStrike" u="none">
              <a:solidFill>
                <a:srgbClr val="dddddd"/>
              </a:solidFill>
              <a:effectLst/>
              <a:uFillTx/>
              <a:latin typeface="DejaVu Sans"/>
            </a:endParaRPr>
          </a:p>
        </p:txBody>
      </p:sp>
      <p:sp>
        <p:nvSpPr>
          <p:cNvPr id="25" name=""/>
          <p:cNvSpPr/>
          <p:nvPr/>
        </p:nvSpPr>
        <p:spPr>
          <a:xfrm>
            <a:off x="2340000" y="0"/>
            <a:ext cx="1980000" cy="360000"/>
          </a:xfrm>
          <a:custGeom>
            <a:avLst/>
            <a:gdLst>
              <a:gd name="textAreaLeft" fmla="*/ 0 w 1980000"/>
              <a:gd name="textAreaRight" fmla="*/ 1980360 w 1980000"/>
              <a:gd name="textAreaTop" fmla="*/ 0 h 360000"/>
              <a:gd name="textAreaBottom" fmla="*/ 360360 h 360000"/>
            </a:gdLst>
            <a:ahLst/>
            <a:cxnLst/>
            <a:rect l="textAreaLeft" t="textAreaTop" r="textAreaRight" b="textAreaBottom"/>
            <a:pathLst>
              <a:path w="5501" h="1001">
                <a:moveTo>
                  <a:pt x="500" y="0"/>
                </a:moveTo>
                <a:lnTo>
                  <a:pt x="0" y="1001"/>
                </a:lnTo>
                <a:lnTo>
                  <a:pt x="5501" y="0"/>
                </a:lnTo>
                <a:lnTo>
                  <a:pt x="500" y="0"/>
                </a:lnTo>
                <a:close/>
              </a:path>
            </a:pathLst>
          </a:custGeom>
          <a:solidFill>
            <a:srgbClr val="ea7500"/>
          </a:solidFill>
          <a:ln w="0">
            <a:noFill/>
          </a:ln>
        </p:spPr>
        <p:style>
          <a:lnRef idx="0"/>
          <a:fillRef idx="0"/>
          <a:effectRef idx="0"/>
          <a:fontRef idx="minor"/>
        </p:style>
        <p:txBody>
          <a:bodyPr lIns="0" rIns="0" tIns="0" bIns="0" anchor="t">
            <a:noAutofit/>
          </a:bodyPr>
          <a:p>
            <a:pPr>
              <a:lnSpc>
                <a:spcPct val="100000"/>
              </a:lnSpc>
            </a:pPr>
            <a:endParaRPr b="1" lang="en-US" sz="1400" strike="noStrike" u="none">
              <a:solidFill>
                <a:srgbClr val="dddddd"/>
              </a:solidFill>
              <a:effectLst/>
              <a:uFillTx/>
              <a:latin typeface="DejaVu Sans"/>
            </a:endParaRPr>
          </a:p>
        </p:txBody>
      </p:sp>
      <p:sp>
        <p:nvSpPr>
          <p:cNvPr id="26" name=""/>
          <p:cNvSpPr/>
          <p:nvPr/>
        </p:nvSpPr>
        <p:spPr>
          <a:xfrm>
            <a:off x="6480000" y="0"/>
            <a:ext cx="3600000" cy="2700000"/>
          </a:xfrm>
          <a:custGeom>
            <a:avLst/>
            <a:gdLst>
              <a:gd name="textAreaLeft" fmla="*/ 0 w 3600000"/>
              <a:gd name="textAreaRight" fmla="*/ 3600360 w 3600000"/>
              <a:gd name="textAreaTop" fmla="*/ 0 h 2700000"/>
              <a:gd name="textAreaBottom" fmla="*/ 2700360 h 2700000"/>
            </a:gdLst>
            <a:ahLst/>
            <a:cxnLst/>
            <a:rect l="textAreaLeft" t="textAreaTop" r="textAreaRight" b="textAreaBottom"/>
            <a:pathLst>
              <a:path w="10001" h="7501">
                <a:moveTo>
                  <a:pt x="10001" y="0"/>
                </a:moveTo>
                <a:lnTo>
                  <a:pt x="1000" y="0"/>
                </a:lnTo>
                <a:lnTo>
                  <a:pt x="0" y="500"/>
                </a:lnTo>
                <a:lnTo>
                  <a:pt x="10001" y="7501"/>
                </a:lnTo>
                <a:lnTo>
                  <a:pt x="10001" y="0"/>
                </a:lnTo>
                <a:close/>
              </a:path>
            </a:pathLst>
          </a:custGeom>
          <a:solidFill>
            <a:srgbClr val="e8a202"/>
          </a:solidFill>
          <a:ln w="0">
            <a:noFill/>
          </a:ln>
        </p:spPr>
        <p:style>
          <a:lnRef idx="0"/>
          <a:fillRef idx="0"/>
          <a:effectRef idx="0"/>
          <a:fontRef idx="minor"/>
        </p:style>
        <p:txBody>
          <a:bodyPr lIns="0" rIns="0" tIns="0" bIns="0" anchor="t">
            <a:noAutofit/>
          </a:bodyPr>
          <a:p>
            <a:pPr>
              <a:lnSpc>
                <a:spcPct val="100000"/>
              </a:lnSpc>
            </a:pPr>
            <a:endParaRPr b="1" lang="en-US" sz="1400" strike="noStrike" u="none">
              <a:solidFill>
                <a:srgbClr val="dddddd"/>
              </a:solidFill>
              <a:effectLst/>
              <a:uFillTx/>
              <a:latin typeface="DejaVu Sans"/>
            </a:endParaRPr>
          </a:p>
        </p:txBody>
      </p:sp>
      <p:sp>
        <p:nvSpPr>
          <p:cNvPr id="27" name=""/>
          <p:cNvSpPr/>
          <p:nvPr/>
        </p:nvSpPr>
        <p:spPr>
          <a:xfrm>
            <a:off x="8100000" y="2340000"/>
            <a:ext cx="1980000" cy="3330000"/>
          </a:xfrm>
          <a:custGeom>
            <a:avLst/>
            <a:gdLst>
              <a:gd name="textAreaLeft" fmla="*/ 0 w 1980000"/>
              <a:gd name="textAreaRight" fmla="*/ 1980360 w 1980000"/>
              <a:gd name="textAreaTop" fmla="*/ 0 h 3330000"/>
              <a:gd name="textAreaBottom" fmla="*/ 3330360 h 3330000"/>
            </a:gdLst>
            <a:ahLst/>
            <a:cxnLst/>
            <a:rect l="textAreaLeft" t="textAreaTop" r="textAreaRight" b="textAreaBottom"/>
            <a:pathLst>
              <a:path w="5501" h="9251">
                <a:moveTo>
                  <a:pt x="5501" y="9251"/>
                </a:moveTo>
                <a:lnTo>
                  <a:pt x="5501" y="2000"/>
                </a:lnTo>
                <a:lnTo>
                  <a:pt x="3001" y="0"/>
                </a:lnTo>
                <a:lnTo>
                  <a:pt x="0" y="9251"/>
                </a:lnTo>
                <a:lnTo>
                  <a:pt x="5501" y="9251"/>
                </a:lnTo>
                <a:close/>
              </a:path>
            </a:pathLst>
          </a:custGeom>
          <a:solidFill>
            <a:srgbClr val="168253"/>
          </a:solidFill>
          <a:ln w="0">
            <a:noFill/>
          </a:ln>
        </p:spPr>
        <p:style>
          <a:lnRef idx="0"/>
          <a:fillRef idx="0"/>
          <a:effectRef idx="0"/>
          <a:fontRef idx="minor"/>
        </p:style>
        <p:txBody>
          <a:bodyPr lIns="0" rIns="0" tIns="0" bIns="0" anchor="t">
            <a:noAutofit/>
          </a:bodyPr>
          <a:p>
            <a:pPr>
              <a:lnSpc>
                <a:spcPct val="100000"/>
              </a:lnSpc>
            </a:pPr>
            <a:endParaRPr b="1" lang="en-US" sz="1400" strike="noStrike" u="none">
              <a:solidFill>
                <a:srgbClr val="dddddd"/>
              </a:solidFill>
              <a:effectLst/>
              <a:uFillTx/>
              <a:latin typeface="DejaVu Sans"/>
            </a:endParaRPr>
          </a:p>
        </p:txBody>
      </p:sp>
      <p:sp>
        <p:nvSpPr>
          <p:cNvPr id="28" name=""/>
          <p:cNvSpPr/>
          <p:nvPr/>
        </p:nvSpPr>
        <p:spPr>
          <a:xfrm>
            <a:off x="5940000" y="5220000"/>
            <a:ext cx="1799640" cy="450000"/>
          </a:xfrm>
          <a:custGeom>
            <a:avLst/>
            <a:gdLst>
              <a:gd name="textAreaLeft" fmla="*/ 0 w 1799640"/>
              <a:gd name="textAreaRight" fmla="*/ 1800000 w 1799640"/>
              <a:gd name="textAreaTop" fmla="*/ 0 h 450000"/>
              <a:gd name="textAreaBottom" fmla="*/ 450360 h 450000"/>
            </a:gdLst>
            <a:ahLst/>
            <a:cxnLst/>
            <a:rect l="textAreaLeft" t="textAreaTop" r="textAreaRight" b="textAreaBottom"/>
            <a:pathLst>
              <a:path w="5000" h="1251">
                <a:moveTo>
                  <a:pt x="4500" y="1251"/>
                </a:moveTo>
                <a:lnTo>
                  <a:pt x="5000" y="0"/>
                </a:lnTo>
                <a:lnTo>
                  <a:pt x="0" y="1251"/>
                </a:lnTo>
                <a:lnTo>
                  <a:pt x="4500" y="1251"/>
                </a:lnTo>
                <a:close/>
              </a:path>
            </a:pathLst>
          </a:custGeom>
          <a:solidFill>
            <a:srgbClr val="3465a4"/>
          </a:solidFill>
          <a:ln w="0">
            <a:noFill/>
          </a:ln>
        </p:spPr>
        <p:style>
          <a:lnRef idx="0"/>
          <a:fillRef idx="0"/>
          <a:effectRef idx="0"/>
          <a:fontRef idx="minor"/>
        </p:style>
        <p:txBody>
          <a:bodyPr lIns="0" rIns="0" tIns="0" bIns="0" anchor="t">
            <a:noAutofit/>
          </a:bodyPr>
          <a:p>
            <a:pPr>
              <a:lnSpc>
                <a:spcPct val="100000"/>
              </a:lnSpc>
            </a:pPr>
            <a:endParaRPr b="1" lang="en-US" sz="1400" strike="noStrike" u="none">
              <a:solidFill>
                <a:srgbClr val="dddddd"/>
              </a:solidFill>
              <a:effectLst/>
              <a:uFillTx/>
              <a:latin typeface="DejaVu Sans"/>
            </a:endParaRPr>
          </a:p>
        </p:txBody>
      </p:sp>
      <p:sp>
        <p:nvSpPr>
          <p:cNvPr id="29" name=""/>
          <p:cNvSpPr/>
          <p:nvPr/>
        </p:nvSpPr>
        <p:spPr>
          <a:xfrm>
            <a:off x="0" y="3240000"/>
            <a:ext cx="3240000" cy="2430000"/>
          </a:xfrm>
          <a:custGeom>
            <a:avLst/>
            <a:gdLst>
              <a:gd name="textAreaLeft" fmla="*/ 0 w 3240000"/>
              <a:gd name="textAreaRight" fmla="*/ 3240360 w 3240000"/>
              <a:gd name="textAreaTop" fmla="*/ 0 h 2430000"/>
              <a:gd name="textAreaBottom" fmla="*/ 2430360 h 2430000"/>
            </a:gdLst>
            <a:ahLst/>
            <a:cxnLst/>
            <a:rect l="textAreaLeft" t="textAreaTop" r="textAreaRight" b="textAreaBottom"/>
            <a:pathLst>
              <a:path w="9001" h="6751">
                <a:moveTo>
                  <a:pt x="0" y="0"/>
                </a:moveTo>
                <a:lnTo>
                  <a:pt x="0" y="6751"/>
                </a:lnTo>
                <a:lnTo>
                  <a:pt x="9001" y="6751"/>
                </a:lnTo>
                <a:lnTo>
                  <a:pt x="0" y="0"/>
                </a:lnTo>
                <a:close/>
              </a:path>
            </a:pathLst>
          </a:custGeom>
          <a:solidFill>
            <a:srgbClr val="780373"/>
          </a:solidFill>
          <a:ln w="0">
            <a:noFill/>
          </a:ln>
        </p:spPr>
        <p:style>
          <a:lnRef idx="0"/>
          <a:fillRef idx="0"/>
          <a:effectRef idx="0"/>
          <a:fontRef idx="minor"/>
        </p:style>
        <p:txBody>
          <a:bodyPr lIns="0" rIns="0" tIns="0" bIns="0" anchor="t">
            <a:noAutofit/>
          </a:bodyPr>
          <a:p>
            <a:pPr>
              <a:lnSpc>
                <a:spcPct val="100000"/>
              </a:lnSpc>
            </a:pPr>
            <a:endParaRPr b="1" lang="en-US" sz="1400" strike="noStrike" u="none">
              <a:solidFill>
                <a:srgbClr val="dddddd"/>
              </a:solidFill>
              <a:effectLst/>
              <a:uFillTx/>
              <a:latin typeface="DejaVu Sans"/>
            </a:endParaRPr>
          </a:p>
        </p:txBody>
      </p:sp>
      <p:sp>
        <p:nvSpPr>
          <p:cNvPr id="30" name="PlaceHolder 1"/>
          <p:cNvSpPr>
            <a:spLocks noGrp="1"/>
          </p:cNvSpPr>
          <p:nvPr>
            <p:ph type="title"/>
          </p:nvPr>
        </p:nvSpPr>
        <p:spPr>
          <a:xfrm>
            <a:off x="1800000" y="360000"/>
            <a:ext cx="6479640" cy="899640"/>
          </a:xfrm>
          <a:prstGeom prst="rect">
            <a:avLst/>
          </a:prstGeom>
          <a:noFill/>
          <a:ln w="0">
            <a:noFill/>
          </a:ln>
        </p:spPr>
        <p:txBody>
          <a:bodyPr lIns="0" rIns="0" tIns="0" bIns="0" anchor="ctr">
            <a:noAutofit/>
          </a:bodyPr>
          <a:p>
            <a:pPr indent="0" algn="ctr">
              <a:lnSpc>
                <a:spcPct val="100000"/>
              </a:lnSpc>
              <a:buNone/>
              <a:tabLst>
                <a:tab algn="l" pos="0"/>
              </a:tabLst>
            </a:pPr>
            <a:r>
              <a:rPr b="0" lang="en-US" sz="3200" strike="noStrike" u="none">
                <a:solidFill>
                  <a:srgbClr val="333333"/>
                </a:solidFill>
                <a:effectLst/>
                <a:uFillTx/>
                <a:latin typeface="DejaVu Sans"/>
              </a:rPr>
              <a:t>Click to edit the title text format</a:t>
            </a:r>
            <a:endParaRPr b="0" lang="en-IN" sz="3200" strike="noStrike" u="none">
              <a:solidFill>
                <a:srgbClr val="000000"/>
              </a:solidFill>
              <a:effectLst/>
              <a:uFillTx/>
              <a:latin typeface="Arial"/>
            </a:endParaRPr>
          </a:p>
        </p:txBody>
      </p:sp>
      <p:sp>
        <p:nvSpPr>
          <p:cNvPr id="31" name="PlaceHolder 2"/>
          <p:cNvSpPr>
            <a:spLocks noGrp="1"/>
          </p:cNvSpPr>
          <p:nvPr>
            <p:ph type="body"/>
          </p:nvPr>
        </p:nvSpPr>
        <p:spPr>
          <a:xfrm>
            <a:off x="1800000" y="1440000"/>
            <a:ext cx="6479640" cy="3599640"/>
          </a:xfrm>
          <a:prstGeom prst="rect">
            <a:avLst/>
          </a:prstGeom>
          <a:noFill/>
          <a:ln w="0">
            <a:noFill/>
          </a:ln>
        </p:spPr>
        <p:txBody>
          <a:bodyPr lIns="0" rIns="0" tIns="0" bIns="0" anchor="t">
            <a:normAutofit/>
          </a:bodyPr>
          <a:p>
            <a:pPr marL="432000" indent="-324000">
              <a:lnSpc>
                <a:spcPct val="100000"/>
              </a:lnSpc>
              <a:spcAft>
                <a:spcPts val="1060"/>
              </a:spcAft>
              <a:buClr>
                <a:srgbClr val="666666"/>
              </a:buClr>
              <a:buSzPct val="45000"/>
              <a:buFont typeface="Wingdings" charset="2"/>
              <a:buChar char=""/>
            </a:pPr>
            <a:r>
              <a:rPr b="0" lang="en-US" sz="2400" strike="noStrike" u="none">
                <a:solidFill>
                  <a:srgbClr val="666666"/>
                </a:solidFill>
                <a:effectLst/>
                <a:uFillTx/>
                <a:latin typeface="DejaVu Sans"/>
              </a:rPr>
              <a:t>Click to edit the outline text format</a:t>
            </a:r>
            <a:endParaRPr b="0" lang="en-IN" sz="2400" strike="noStrike" u="none">
              <a:solidFill>
                <a:srgbClr val="000000"/>
              </a:solidFill>
              <a:effectLst/>
              <a:uFillTx/>
              <a:latin typeface="Arial"/>
            </a:endParaRPr>
          </a:p>
          <a:p>
            <a:pPr lvl="1" marL="864000" indent="-324000">
              <a:lnSpc>
                <a:spcPct val="100000"/>
              </a:lnSpc>
              <a:spcAft>
                <a:spcPts val="848"/>
              </a:spcAft>
              <a:buClr>
                <a:srgbClr val="666666"/>
              </a:buClr>
              <a:buSzPct val="75000"/>
              <a:buFont typeface="Symbol" charset="2"/>
              <a:buChar char=""/>
            </a:pPr>
            <a:r>
              <a:rPr b="0" lang="en-US" sz="2200" strike="noStrike" u="none">
                <a:solidFill>
                  <a:srgbClr val="666666"/>
                </a:solidFill>
                <a:effectLst/>
                <a:uFillTx/>
                <a:latin typeface="DejaVu Sans"/>
              </a:rPr>
              <a:t>Second Outline Level</a:t>
            </a:r>
            <a:endParaRPr b="0" lang="en-IN" sz="2200" strike="noStrike" u="none">
              <a:solidFill>
                <a:srgbClr val="000000"/>
              </a:solidFill>
              <a:effectLst/>
              <a:uFillTx/>
              <a:latin typeface="Arial"/>
            </a:endParaRPr>
          </a:p>
          <a:p>
            <a:pPr lvl="2" marL="1296000" indent="-288000">
              <a:lnSpc>
                <a:spcPct val="100000"/>
              </a:lnSpc>
              <a:spcAft>
                <a:spcPts val="635"/>
              </a:spcAft>
              <a:buClr>
                <a:srgbClr val="666666"/>
              </a:buClr>
              <a:buSzPct val="45000"/>
              <a:buFont typeface="Wingdings" charset="2"/>
              <a:buChar char=""/>
            </a:pPr>
            <a:r>
              <a:rPr b="0" lang="en-US" sz="2000" strike="noStrike" u="none">
                <a:solidFill>
                  <a:srgbClr val="666666"/>
                </a:solidFill>
                <a:effectLst/>
                <a:uFillTx/>
                <a:latin typeface="DejaVu Sans"/>
              </a:rPr>
              <a:t>Third Outline Level</a:t>
            </a:r>
            <a:endParaRPr b="0" lang="en-IN" sz="2000" strike="noStrike" u="none">
              <a:solidFill>
                <a:srgbClr val="000000"/>
              </a:solidFill>
              <a:effectLst/>
              <a:uFillTx/>
              <a:latin typeface="Arial"/>
            </a:endParaRPr>
          </a:p>
          <a:p>
            <a:pPr lvl="3" marL="1728000" indent="-216000">
              <a:lnSpc>
                <a:spcPct val="100000"/>
              </a:lnSpc>
              <a:spcAft>
                <a:spcPts val="425"/>
              </a:spcAft>
              <a:buClr>
                <a:srgbClr val="666666"/>
              </a:buClr>
              <a:buSzPct val="75000"/>
              <a:buFont typeface="Symbol" charset="2"/>
              <a:buChar char=""/>
            </a:pPr>
            <a:r>
              <a:rPr b="0" lang="en-US" sz="1800" strike="noStrike" u="none">
                <a:solidFill>
                  <a:srgbClr val="666666"/>
                </a:solidFill>
                <a:effectLst/>
                <a:uFillTx/>
                <a:latin typeface="DejaVu Sans"/>
              </a:rPr>
              <a:t>Fourth Outline Level</a:t>
            </a:r>
            <a:endParaRPr b="0" lang="en-IN" sz="1800" strike="noStrike" u="none">
              <a:solidFill>
                <a:srgbClr val="000000"/>
              </a:solidFill>
              <a:effectLst/>
              <a:uFillTx/>
              <a:latin typeface="Arial"/>
            </a:endParaRPr>
          </a:p>
          <a:p>
            <a:pPr lvl="4" marL="2160000" indent="-216000">
              <a:lnSpc>
                <a:spcPct val="100000"/>
              </a:lnSpc>
              <a:spcAft>
                <a:spcPts val="213"/>
              </a:spcAft>
              <a:buClr>
                <a:srgbClr val="666666"/>
              </a:buClr>
              <a:buSzPct val="45000"/>
              <a:buFont typeface="Wingdings" charset="2"/>
              <a:buChar char=""/>
            </a:pPr>
            <a:r>
              <a:rPr b="0" lang="en-US" sz="1600" strike="noStrike" u="none">
                <a:solidFill>
                  <a:srgbClr val="666666"/>
                </a:solidFill>
                <a:effectLst/>
                <a:uFillTx/>
                <a:latin typeface="DejaVu Sans"/>
              </a:rPr>
              <a:t>Fifth Outline Level</a:t>
            </a:r>
            <a:endParaRPr b="0" lang="en-IN" sz="1600" strike="noStrike" u="none">
              <a:solidFill>
                <a:srgbClr val="000000"/>
              </a:solidFill>
              <a:effectLst/>
              <a:uFillTx/>
              <a:latin typeface="Arial"/>
            </a:endParaRPr>
          </a:p>
          <a:p>
            <a:pPr lvl="5" marL="2592000" indent="-216000">
              <a:lnSpc>
                <a:spcPct val="100000"/>
              </a:lnSpc>
              <a:spcAft>
                <a:spcPts val="213"/>
              </a:spcAft>
              <a:buClr>
                <a:srgbClr val="666666"/>
              </a:buClr>
              <a:buSzPct val="45000"/>
              <a:buFont typeface="Wingdings" charset="2"/>
              <a:buChar char=""/>
            </a:pPr>
            <a:r>
              <a:rPr b="0" lang="en-US" sz="1600" strike="noStrike" u="none">
                <a:solidFill>
                  <a:srgbClr val="666666"/>
                </a:solidFill>
                <a:effectLst/>
                <a:uFillTx/>
                <a:latin typeface="DejaVu Sans"/>
              </a:rPr>
              <a:t>Sixth Outline Level</a:t>
            </a:r>
            <a:endParaRPr b="0" lang="en-IN" sz="1600" strike="noStrike" u="none">
              <a:solidFill>
                <a:srgbClr val="000000"/>
              </a:solidFill>
              <a:effectLst/>
              <a:uFillTx/>
              <a:latin typeface="Arial"/>
            </a:endParaRPr>
          </a:p>
          <a:p>
            <a:pPr lvl="6" marL="3024000" indent="-216000">
              <a:lnSpc>
                <a:spcPct val="100000"/>
              </a:lnSpc>
              <a:spcAft>
                <a:spcPts val="213"/>
              </a:spcAft>
              <a:buClr>
                <a:srgbClr val="666666"/>
              </a:buClr>
              <a:buSzPct val="45000"/>
              <a:buFont typeface="Wingdings" charset="2"/>
              <a:buChar char=""/>
            </a:pPr>
            <a:r>
              <a:rPr b="0" lang="en-US" sz="1600" strike="noStrike" u="none">
                <a:solidFill>
                  <a:srgbClr val="666666"/>
                </a:solidFill>
                <a:effectLst/>
                <a:uFillTx/>
                <a:latin typeface="DejaVu Sans"/>
              </a:rPr>
              <a:t>Seventh Outline Level</a:t>
            </a:r>
            <a:endParaRPr b="0" lang="en-IN" sz="1600" strike="noStrike" u="none">
              <a:solidFill>
                <a:srgbClr val="000000"/>
              </a:solidFill>
              <a:effectLst/>
              <a:uFillTx/>
              <a:latin typeface="Arial"/>
            </a:endParaRPr>
          </a:p>
        </p:txBody>
      </p:sp>
      <p:sp>
        <p:nvSpPr>
          <p:cNvPr id="32" name="PlaceHolder 3"/>
          <p:cNvSpPr>
            <a:spLocks noGrp="1"/>
          </p:cNvSpPr>
          <p:nvPr>
            <p:ph type="dt" idx="7"/>
          </p:nvPr>
        </p:nvSpPr>
        <p:spPr>
          <a:xfrm>
            <a:off x="360000" y="5220000"/>
            <a:ext cx="2339640" cy="213840"/>
          </a:xfrm>
          <a:prstGeom prst="rect">
            <a:avLst/>
          </a:prstGeom>
          <a:noFill/>
          <a:ln w="0">
            <a:noFill/>
          </a:ln>
        </p:spPr>
        <p:txBody>
          <a:bodyPr lIns="0" rIns="0" tIns="0" bIns="0" anchor="t">
            <a:spAutoFit/>
          </a:bodyPr>
          <a:lstStyle>
            <a:lvl1pPr indent="0">
              <a:lnSpc>
                <a:spcPct val="100000"/>
              </a:lnSpc>
              <a:buNone/>
              <a:tabLst>
                <a:tab algn="l" pos="0"/>
              </a:tabLst>
              <a:defRPr b="0" lang="en-US" sz="1400" strike="noStrike" u="none">
                <a:solidFill>
                  <a:srgbClr val="dddddd"/>
                </a:solidFill>
                <a:effectLst/>
                <a:uFillTx/>
                <a:latin typeface="DejaVu Sans"/>
              </a:defRPr>
            </a:lvl1pPr>
          </a:lstStyle>
          <a:p>
            <a:pPr indent="0">
              <a:lnSpc>
                <a:spcPct val="100000"/>
              </a:lnSpc>
              <a:buNone/>
              <a:tabLst>
                <a:tab algn="l" pos="0"/>
              </a:tabLst>
            </a:pPr>
            <a:r>
              <a:rPr b="0" lang="en-US" sz="1400" strike="noStrike" u="none">
                <a:solidFill>
                  <a:srgbClr val="dddddd"/>
                </a:solidFill>
                <a:effectLst/>
                <a:uFillTx/>
                <a:latin typeface="DejaVu Sans"/>
              </a:rPr>
              <a:t>&lt;date/time&gt;</a:t>
            </a:r>
            <a:endParaRPr b="0" lang="en-IN" sz="1400" strike="noStrike" u="none">
              <a:solidFill>
                <a:srgbClr val="000000"/>
              </a:solidFill>
              <a:effectLst/>
              <a:uFillTx/>
              <a:latin typeface="Times New Roman"/>
            </a:endParaRPr>
          </a:p>
        </p:txBody>
      </p:sp>
      <p:sp>
        <p:nvSpPr>
          <p:cNvPr id="33" name="PlaceHolder 4"/>
          <p:cNvSpPr>
            <a:spLocks noGrp="1"/>
          </p:cNvSpPr>
          <p:nvPr>
            <p:ph type="ftr" idx="8"/>
          </p:nvPr>
        </p:nvSpPr>
        <p:spPr>
          <a:xfrm>
            <a:off x="3420000" y="5220000"/>
            <a:ext cx="3239640" cy="213840"/>
          </a:xfrm>
          <a:prstGeom prst="rect">
            <a:avLst/>
          </a:prstGeom>
          <a:noFill/>
          <a:ln w="0">
            <a:noFill/>
          </a:ln>
        </p:spPr>
        <p:txBody>
          <a:bodyPr lIns="0" rIns="0" tIns="0" bIns="0" anchor="t">
            <a:spAutoFit/>
          </a:bodyPr>
          <a:lstStyle>
            <a:lvl1pPr indent="0" algn="ctr">
              <a:lnSpc>
                <a:spcPct val="100000"/>
              </a:lnSpc>
              <a:buNone/>
              <a:tabLst>
                <a:tab algn="l" pos="0"/>
              </a:tabLst>
              <a:defRPr b="0" lang="en-US" sz="1400" strike="noStrike" u="none">
                <a:solidFill>
                  <a:srgbClr val="808080"/>
                </a:solidFill>
                <a:effectLst/>
                <a:uFillTx/>
                <a:latin typeface="DejaVu Sans"/>
              </a:defRPr>
            </a:lvl1pPr>
          </a:lstStyle>
          <a:p>
            <a:pPr indent="0" algn="ctr">
              <a:lnSpc>
                <a:spcPct val="100000"/>
              </a:lnSpc>
              <a:buNone/>
              <a:tabLst>
                <a:tab algn="l" pos="0"/>
              </a:tabLst>
            </a:pPr>
            <a:r>
              <a:rPr b="0" lang="en-US" sz="1400" strike="noStrike" u="none">
                <a:solidFill>
                  <a:srgbClr val="808080"/>
                </a:solidFill>
                <a:effectLst/>
                <a:uFillTx/>
                <a:latin typeface="DejaVu Sans"/>
              </a:rPr>
              <a:t>&lt;footer&gt;</a:t>
            </a:r>
            <a:endParaRPr b="0" lang="en-IN" sz="1400" strike="noStrike" u="none">
              <a:solidFill>
                <a:srgbClr val="000000"/>
              </a:solidFill>
              <a:effectLst/>
              <a:uFillTx/>
              <a:latin typeface="Times New Roman"/>
            </a:endParaRPr>
          </a:p>
        </p:txBody>
      </p:sp>
      <p:sp>
        <p:nvSpPr>
          <p:cNvPr id="34" name="PlaceHolder 5"/>
          <p:cNvSpPr>
            <a:spLocks noGrp="1"/>
          </p:cNvSpPr>
          <p:nvPr>
            <p:ph type="sldNum" idx="9"/>
          </p:nvPr>
        </p:nvSpPr>
        <p:spPr>
          <a:xfrm>
            <a:off x="7380000" y="5220000"/>
            <a:ext cx="2339640" cy="213840"/>
          </a:xfrm>
          <a:prstGeom prst="rect">
            <a:avLst/>
          </a:prstGeom>
          <a:noFill/>
          <a:ln w="0">
            <a:noFill/>
          </a:ln>
        </p:spPr>
        <p:txBody>
          <a:bodyPr lIns="0" rIns="0" tIns="0" bIns="0" anchor="t">
            <a:spAutoFit/>
          </a:bodyPr>
          <a:lstStyle>
            <a:lvl1pPr indent="0" algn="r">
              <a:lnSpc>
                <a:spcPct val="100000"/>
              </a:lnSpc>
              <a:buNone/>
              <a:tabLst>
                <a:tab algn="l" pos="0"/>
              </a:tabLst>
              <a:defRPr b="0" lang="en-US" sz="1400" strike="noStrike" u="none">
                <a:solidFill>
                  <a:srgbClr val="dddddd"/>
                </a:solidFill>
                <a:effectLst/>
                <a:uFillTx/>
                <a:latin typeface="DejaVu Sans"/>
              </a:defRPr>
            </a:lvl1pPr>
          </a:lstStyle>
          <a:p>
            <a:pPr indent="0" algn="r">
              <a:lnSpc>
                <a:spcPct val="100000"/>
              </a:lnSpc>
              <a:buNone/>
              <a:tabLst>
                <a:tab algn="l" pos="0"/>
              </a:tabLst>
            </a:pPr>
            <a:fld id="{B1EB505C-B1EB-4233-B68C-1C5AA2AF9882}" type="slidenum">
              <a:rPr b="0" lang="en-US" sz="1400" strike="noStrike" u="none">
                <a:solidFill>
                  <a:srgbClr val="dddddd"/>
                </a:solidFill>
                <a:effectLst/>
                <a:uFillTx/>
                <a:latin typeface="DejaVu Sans"/>
              </a:rPr>
              <a:t>&lt;number&gt;</a:t>
            </a:fld>
            <a:endParaRPr b="0" lang="en-IN" sz="1400" strike="noStrike" u="non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Focus3">
    <p:spTree>
      <p:nvGrpSpPr>
        <p:cNvPr id="1" name=""/>
        <p:cNvGrpSpPr/>
        <p:nvPr/>
      </p:nvGrpSpPr>
      <p:grpSpPr>
        <a:xfrm>
          <a:off x="0" y="0"/>
          <a:ext cx="0" cy="0"/>
          <a:chOff x="0" y="0"/>
          <a:chExt cx="0" cy="0"/>
        </a:xfrm>
      </p:grpSpPr>
      <p:sp>
        <p:nvSpPr>
          <p:cNvPr id="35" name=""/>
          <p:cNvSpPr/>
          <p:nvPr/>
        </p:nvSpPr>
        <p:spPr>
          <a:xfrm>
            <a:off x="0" y="0"/>
            <a:ext cx="1080000" cy="3420000"/>
          </a:xfrm>
          <a:custGeom>
            <a:avLst/>
            <a:gdLst>
              <a:gd name="textAreaLeft" fmla="*/ 0 w 1080000"/>
              <a:gd name="textAreaRight" fmla="*/ 1080360 w 1080000"/>
              <a:gd name="textAreaTop" fmla="*/ 0 h 3420000"/>
              <a:gd name="textAreaBottom" fmla="*/ 3420360 h 3420000"/>
            </a:gdLst>
            <a:ahLst/>
            <a:cxnLst/>
            <a:rect l="textAreaLeft" t="textAreaTop" r="textAreaRight" b="textAreaBottom"/>
            <a:pathLst>
              <a:path w="3001" h="9501">
                <a:moveTo>
                  <a:pt x="0" y="0"/>
                </a:moveTo>
                <a:lnTo>
                  <a:pt x="0" y="9501"/>
                </a:lnTo>
                <a:lnTo>
                  <a:pt x="3001" y="0"/>
                </a:lnTo>
                <a:lnTo>
                  <a:pt x="0" y="0"/>
                </a:lnTo>
                <a:close/>
              </a:path>
            </a:pathLst>
          </a:custGeom>
          <a:solidFill>
            <a:srgbClr val="f10d0c"/>
          </a:solidFill>
          <a:ln w="0">
            <a:noFill/>
          </a:ln>
        </p:spPr>
        <p:style>
          <a:lnRef idx="0"/>
          <a:fillRef idx="0"/>
          <a:effectRef idx="0"/>
          <a:fontRef idx="minor"/>
        </p:style>
        <p:txBody>
          <a:bodyPr lIns="0" rIns="0" tIns="0" bIns="0" anchor="t">
            <a:noAutofit/>
          </a:bodyPr>
          <a:p>
            <a:pPr>
              <a:lnSpc>
                <a:spcPct val="100000"/>
              </a:lnSpc>
            </a:pPr>
            <a:endParaRPr b="1" lang="en-US" sz="1400" strike="noStrike" u="none">
              <a:solidFill>
                <a:srgbClr val="dddddd"/>
              </a:solidFill>
              <a:effectLst/>
              <a:uFillTx/>
              <a:latin typeface="DejaVu Sans"/>
            </a:endParaRPr>
          </a:p>
        </p:txBody>
      </p:sp>
      <p:sp>
        <p:nvSpPr>
          <p:cNvPr id="36" name=""/>
          <p:cNvSpPr/>
          <p:nvPr/>
        </p:nvSpPr>
        <p:spPr>
          <a:xfrm>
            <a:off x="7740000" y="0"/>
            <a:ext cx="2340000" cy="1620000"/>
          </a:xfrm>
          <a:custGeom>
            <a:avLst/>
            <a:gdLst>
              <a:gd name="textAreaLeft" fmla="*/ 0 w 2340000"/>
              <a:gd name="textAreaRight" fmla="*/ 2340360 w 2340000"/>
              <a:gd name="textAreaTop" fmla="*/ 0 h 1620000"/>
              <a:gd name="textAreaBottom" fmla="*/ 1620360 h 1620000"/>
            </a:gdLst>
            <a:ahLst/>
            <a:cxnLst/>
            <a:rect l="textAreaLeft" t="textAreaTop" r="textAreaRight" b="textAreaBottom"/>
            <a:pathLst>
              <a:path w="6501" h="4501">
                <a:moveTo>
                  <a:pt x="6501" y="0"/>
                </a:moveTo>
                <a:lnTo>
                  <a:pt x="0" y="0"/>
                </a:lnTo>
                <a:lnTo>
                  <a:pt x="6501" y="4501"/>
                </a:lnTo>
                <a:lnTo>
                  <a:pt x="6501" y="0"/>
                </a:lnTo>
                <a:close/>
              </a:path>
            </a:pathLst>
          </a:custGeom>
          <a:solidFill>
            <a:srgbClr val="e8a202"/>
          </a:solidFill>
          <a:ln w="0">
            <a:noFill/>
          </a:ln>
        </p:spPr>
        <p:style>
          <a:lnRef idx="0"/>
          <a:fillRef idx="0"/>
          <a:effectRef idx="0"/>
          <a:fontRef idx="minor"/>
        </p:style>
        <p:txBody>
          <a:bodyPr lIns="0" rIns="0" tIns="0" bIns="0" anchor="t">
            <a:noAutofit/>
          </a:bodyPr>
          <a:p>
            <a:pPr>
              <a:lnSpc>
                <a:spcPct val="100000"/>
              </a:lnSpc>
            </a:pPr>
            <a:endParaRPr b="1" lang="en-US" sz="1400" strike="noStrike" u="none">
              <a:solidFill>
                <a:srgbClr val="dddddd"/>
              </a:solidFill>
              <a:effectLst/>
              <a:uFillTx/>
              <a:latin typeface="DejaVu Sans"/>
            </a:endParaRPr>
          </a:p>
        </p:txBody>
      </p:sp>
      <p:sp>
        <p:nvSpPr>
          <p:cNvPr id="37" name=""/>
          <p:cNvSpPr/>
          <p:nvPr/>
        </p:nvSpPr>
        <p:spPr>
          <a:xfrm>
            <a:off x="9000000" y="2520000"/>
            <a:ext cx="1080000" cy="3150000"/>
          </a:xfrm>
          <a:custGeom>
            <a:avLst/>
            <a:gdLst>
              <a:gd name="textAreaLeft" fmla="*/ 0 w 1080000"/>
              <a:gd name="textAreaRight" fmla="*/ 1080360 w 1080000"/>
              <a:gd name="textAreaTop" fmla="*/ 0 h 3150000"/>
              <a:gd name="textAreaBottom" fmla="*/ 3150360 h 3150000"/>
            </a:gdLst>
            <a:ahLst/>
            <a:cxnLst/>
            <a:rect l="textAreaLeft" t="textAreaTop" r="textAreaRight" b="textAreaBottom"/>
            <a:pathLst>
              <a:path w="3001" h="8751">
                <a:moveTo>
                  <a:pt x="3001" y="8751"/>
                </a:moveTo>
                <a:lnTo>
                  <a:pt x="3001" y="0"/>
                </a:lnTo>
                <a:lnTo>
                  <a:pt x="0" y="8751"/>
                </a:lnTo>
                <a:lnTo>
                  <a:pt x="3001" y="8751"/>
                </a:lnTo>
                <a:close/>
              </a:path>
            </a:pathLst>
          </a:custGeom>
          <a:solidFill>
            <a:srgbClr val="168253"/>
          </a:solidFill>
          <a:ln w="0">
            <a:noFill/>
          </a:ln>
        </p:spPr>
        <p:style>
          <a:lnRef idx="0"/>
          <a:fillRef idx="0"/>
          <a:effectRef idx="0"/>
          <a:fontRef idx="minor"/>
        </p:style>
        <p:txBody>
          <a:bodyPr lIns="0" rIns="0" tIns="0" bIns="0" anchor="t">
            <a:noAutofit/>
          </a:bodyPr>
          <a:p>
            <a:pPr>
              <a:lnSpc>
                <a:spcPct val="100000"/>
              </a:lnSpc>
            </a:pPr>
            <a:endParaRPr b="1" lang="en-US" sz="1400" strike="noStrike" u="none">
              <a:solidFill>
                <a:srgbClr val="dddddd"/>
              </a:solidFill>
              <a:effectLst/>
              <a:uFillTx/>
              <a:latin typeface="DejaVu Sans"/>
            </a:endParaRPr>
          </a:p>
        </p:txBody>
      </p:sp>
      <p:sp>
        <p:nvSpPr>
          <p:cNvPr id="38" name=""/>
          <p:cNvSpPr/>
          <p:nvPr/>
        </p:nvSpPr>
        <p:spPr>
          <a:xfrm>
            <a:off x="0" y="4320000"/>
            <a:ext cx="1980000" cy="1350000"/>
          </a:xfrm>
          <a:custGeom>
            <a:avLst/>
            <a:gdLst>
              <a:gd name="textAreaLeft" fmla="*/ 0 w 1980000"/>
              <a:gd name="textAreaRight" fmla="*/ 1980360 w 1980000"/>
              <a:gd name="textAreaTop" fmla="*/ 0 h 1350000"/>
              <a:gd name="textAreaBottom" fmla="*/ 1350360 h 1350000"/>
            </a:gdLst>
            <a:ahLst/>
            <a:cxnLst/>
            <a:rect l="textAreaLeft" t="textAreaTop" r="textAreaRight" b="textAreaBottom"/>
            <a:pathLst>
              <a:path w="5501" h="3751">
                <a:moveTo>
                  <a:pt x="0" y="0"/>
                </a:moveTo>
                <a:lnTo>
                  <a:pt x="0" y="3751"/>
                </a:lnTo>
                <a:lnTo>
                  <a:pt x="5501" y="3751"/>
                </a:lnTo>
                <a:lnTo>
                  <a:pt x="0" y="0"/>
                </a:lnTo>
                <a:close/>
              </a:path>
            </a:pathLst>
          </a:custGeom>
          <a:solidFill>
            <a:srgbClr val="780373"/>
          </a:solidFill>
          <a:ln w="0">
            <a:noFill/>
          </a:ln>
        </p:spPr>
        <p:style>
          <a:lnRef idx="0"/>
          <a:fillRef idx="0"/>
          <a:effectRef idx="0"/>
          <a:fontRef idx="minor"/>
        </p:style>
        <p:txBody>
          <a:bodyPr lIns="0" rIns="0" tIns="0" bIns="0" anchor="t">
            <a:noAutofit/>
          </a:bodyPr>
          <a:p>
            <a:pPr>
              <a:lnSpc>
                <a:spcPct val="100000"/>
              </a:lnSpc>
            </a:pPr>
            <a:endParaRPr b="1" lang="en-US" sz="1400" strike="noStrike" u="none">
              <a:solidFill>
                <a:srgbClr val="dddddd"/>
              </a:solidFill>
              <a:effectLst/>
              <a:uFillTx/>
              <a:latin typeface="DejaVu Sans"/>
            </a:endParaRPr>
          </a:p>
        </p:txBody>
      </p:sp>
      <p:sp>
        <p:nvSpPr>
          <p:cNvPr id="39" name="PlaceHolder 1"/>
          <p:cNvSpPr>
            <a:spLocks noGrp="1"/>
          </p:cNvSpPr>
          <p:nvPr>
            <p:ph type="dt" idx="10"/>
          </p:nvPr>
        </p:nvSpPr>
        <p:spPr>
          <a:xfrm>
            <a:off x="360000" y="5220000"/>
            <a:ext cx="2339640" cy="213840"/>
          </a:xfrm>
          <a:prstGeom prst="rect">
            <a:avLst/>
          </a:prstGeom>
          <a:noFill/>
          <a:ln w="0">
            <a:noFill/>
          </a:ln>
        </p:spPr>
        <p:txBody>
          <a:bodyPr lIns="0" rIns="0" tIns="0" bIns="0" anchor="t">
            <a:spAutoFit/>
          </a:bodyPr>
          <a:lstStyle>
            <a:lvl1pPr indent="0">
              <a:lnSpc>
                <a:spcPct val="100000"/>
              </a:lnSpc>
              <a:buNone/>
              <a:tabLst>
                <a:tab algn="l" pos="0"/>
              </a:tabLst>
              <a:defRPr b="0" lang="en-US" sz="1400" strike="noStrike" u="none">
                <a:solidFill>
                  <a:srgbClr val="dddddd"/>
                </a:solidFill>
                <a:effectLst/>
                <a:uFillTx/>
                <a:latin typeface="DejaVu Sans"/>
              </a:defRPr>
            </a:lvl1pPr>
          </a:lstStyle>
          <a:p>
            <a:pPr indent="0">
              <a:lnSpc>
                <a:spcPct val="100000"/>
              </a:lnSpc>
              <a:buNone/>
              <a:tabLst>
                <a:tab algn="l" pos="0"/>
              </a:tabLst>
            </a:pPr>
            <a:r>
              <a:rPr b="0" lang="en-US" sz="1400" strike="noStrike" u="none">
                <a:solidFill>
                  <a:srgbClr val="dddddd"/>
                </a:solidFill>
                <a:effectLst/>
                <a:uFillTx/>
                <a:latin typeface="DejaVu Sans"/>
              </a:rPr>
              <a:t>&lt;date/time&gt;</a:t>
            </a:r>
            <a:endParaRPr b="0" lang="en-IN" sz="1400" strike="noStrike" u="none">
              <a:solidFill>
                <a:srgbClr val="000000"/>
              </a:solidFill>
              <a:effectLst/>
              <a:uFillTx/>
              <a:latin typeface="Times New Roman"/>
            </a:endParaRPr>
          </a:p>
        </p:txBody>
      </p:sp>
      <p:sp>
        <p:nvSpPr>
          <p:cNvPr id="40" name="PlaceHolder 2"/>
          <p:cNvSpPr>
            <a:spLocks noGrp="1"/>
          </p:cNvSpPr>
          <p:nvPr>
            <p:ph type="ftr" idx="11"/>
          </p:nvPr>
        </p:nvSpPr>
        <p:spPr>
          <a:xfrm>
            <a:off x="3420000" y="5220000"/>
            <a:ext cx="3239640" cy="213840"/>
          </a:xfrm>
          <a:prstGeom prst="rect">
            <a:avLst/>
          </a:prstGeom>
          <a:noFill/>
          <a:ln w="0">
            <a:noFill/>
          </a:ln>
        </p:spPr>
        <p:txBody>
          <a:bodyPr lIns="0" rIns="0" tIns="0" bIns="0" anchor="t">
            <a:spAutoFit/>
          </a:bodyPr>
          <a:lstStyle>
            <a:lvl1pPr indent="0" algn="ctr">
              <a:lnSpc>
                <a:spcPct val="100000"/>
              </a:lnSpc>
              <a:buNone/>
              <a:tabLst>
                <a:tab algn="l" pos="0"/>
              </a:tabLst>
              <a:defRPr b="0" lang="en-US" sz="1400" strike="noStrike" u="none">
                <a:solidFill>
                  <a:srgbClr val="808080"/>
                </a:solidFill>
                <a:effectLst/>
                <a:uFillTx/>
                <a:latin typeface="DejaVu Sans"/>
              </a:defRPr>
            </a:lvl1pPr>
          </a:lstStyle>
          <a:p>
            <a:pPr indent="0" algn="ctr">
              <a:lnSpc>
                <a:spcPct val="100000"/>
              </a:lnSpc>
              <a:buNone/>
              <a:tabLst>
                <a:tab algn="l" pos="0"/>
              </a:tabLst>
            </a:pPr>
            <a:r>
              <a:rPr b="0" lang="en-US" sz="1400" strike="noStrike" u="none">
                <a:solidFill>
                  <a:srgbClr val="808080"/>
                </a:solidFill>
                <a:effectLst/>
                <a:uFillTx/>
                <a:latin typeface="DejaVu Sans"/>
              </a:rPr>
              <a:t>&lt;footer&gt;</a:t>
            </a:r>
            <a:endParaRPr b="0" lang="en-IN" sz="1400" strike="noStrike" u="none">
              <a:solidFill>
                <a:srgbClr val="000000"/>
              </a:solidFill>
              <a:effectLst/>
              <a:uFillTx/>
              <a:latin typeface="Times New Roman"/>
            </a:endParaRPr>
          </a:p>
        </p:txBody>
      </p:sp>
      <p:sp>
        <p:nvSpPr>
          <p:cNvPr id="41" name="PlaceHolder 3"/>
          <p:cNvSpPr>
            <a:spLocks noGrp="1"/>
          </p:cNvSpPr>
          <p:nvPr>
            <p:ph type="sldNum" idx="12"/>
          </p:nvPr>
        </p:nvSpPr>
        <p:spPr>
          <a:xfrm>
            <a:off x="7380000" y="5220000"/>
            <a:ext cx="2339640" cy="213840"/>
          </a:xfrm>
          <a:prstGeom prst="rect">
            <a:avLst/>
          </a:prstGeom>
          <a:noFill/>
          <a:ln w="0">
            <a:noFill/>
          </a:ln>
        </p:spPr>
        <p:txBody>
          <a:bodyPr lIns="0" rIns="0" tIns="0" bIns="0" anchor="t">
            <a:spAutoFit/>
          </a:bodyPr>
          <a:lstStyle>
            <a:lvl1pPr indent="0" algn="r">
              <a:lnSpc>
                <a:spcPct val="100000"/>
              </a:lnSpc>
              <a:buNone/>
              <a:tabLst>
                <a:tab algn="l" pos="0"/>
              </a:tabLst>
              <a:defRPr b="0" lang="en-US" sz="1400" strike="noStrike" u="none">
                <a:solidFill>
                  <a:srgbClr val="dddddd"/>
                </a:solidFill>
                <a:effectLst/>
                <a:uFillTx/>
                <a:latin typeface="DejaVu Sans"/>
              </a:defRPr>
            </a:lvl1pPr>
          </a:lstStyle>
          <a:p>
            <a:pPr indent="0" algn="r">
              <a:lnSpc>
                <a:spcPct val="100000"/>
              </a:lnSpc>
              <a:buNone/>
              <a:tabLst>
                <a:tab algn="l" pos="0"/>
              </a:tabLst>
            </a:pPr>
            <a:fld id="{4CC5D4F4-B701-42CF-B3E3-59EF51D51228}" type="slidenum">
              <a:rPr b="0" lang="en-US" sz="1400" strike="noStrike" u="none">
                <a:solidFill>
                  <a:srgbClr val="dddddd"/>
                </a:solidFill>
                <a:effectLst/>
                <a:uFillTx/>
                <a:latin typeface="DejaVu Sans"/>
              </a:rPr>
              <a:t>&lt;number&gt;</a:t>
            </a:fld>
            <a:endParaRPr b="0" lang="en-IN" sz="1400" strike="noStrike" u="none">
              <a:solidFill>
                <a:srgbClr val="000000"/>
              </a:solidFill>
              <a:effectLst/>
              <a:uFillTx/>
              <a:latin typeface="Times New Roman"/>
            </a:endParaRPr>
          </a:p>
        </p:txBody>
      </p:sp>
      <p:sp>
        <p:nvSpPr>
          <p:cNvPr id="42" name="PlaceHolder 4"/>
          <p:cNvSpPr>
            <a:spLocks noGrp="1"/>
          </p:cNvSpPr>
          <p:nvPr>
            <p:ph type="title"/>
          </p:nvPr>
        </p:nvSpPr>
        <p:spPr>
          <a:xfrm>
            <a:off x="720000" y="360000"/>
            <a:ext cx="8639640" cy="899640"/>
          </a:xfrm>
          <a:prstGeom prst="rect">
            <a:avLst/>
          </a:prstGeom>
          <a:noFill/>
          <a:ln w="0">
            <a:noFill/>
          </a:ln>
        </p:spPr>
        <p:txBody>
          <a:bodyPr lIns="0" rIns="0" tIns="0" bIns="0" anchor="ctr">
            <a:noAutofit/>
          </a:bodyPr>
          <a:p>
            <a:pPr indent="0" algn="ctr">
              <a:lnSpc>
                <a:spcPct val="100000"/>
              </a:lnSpc>
              <a:buNone/>
              <a:tabLst>
                <a:tab algn="l" pos="0"/>
              </a:tabLst>
            </a:pPr>
            <a:r>
              <a:rPr b="0" lang="en-US" sz="3200" strike="noStrike" u="none">
                <a:solidFill>
                  <a:srgbClr val="333333"/>
                </a:solidFill>
                <a:effectLst/>
                <a:uFillTx/>
                <a:latin typeface="DejaVu Sans"/>
              </a:rPr>
              <a:t>Click to edit the title text format</a:t>
            </a:r>
            <a:endParaRPr b="0" lang="en-IN" sz="3200" strike="noStrike" u="none">
              <a:solidFill>
                <a:srgbClr val="000000"/>
              </a:solidFill>
              <a:effectLst/>
              <a:uFillTx/>
              <a:latin typeface="Arial"/>
            </a:endParaRPr>
          </a:p>
        </p:txBody>
      </p:sp>
      <p:sp>
        <p:nvSpPr>
          <p:cNvPr id="43" name="PlaceHolder 5"/>
          <p:cNvSpPr>
            <a:spLocks noGrp="1"/>
          </p:cNvSpPr>
          <p:nvPr>
            <p:ph type="body"/>
          </p:nvPr>
        </p:nvSpPr>
        <p:spPr>
          <a:xfrm>
            <a:off x="720000" y="1440000"/>
            <a:ext cx="8639640" cy="3599640"/>
          </a:xfrm>
          <a:prstGeom prst="rect">
            <a:avLst/>
          </a:prstGeom>
          <a:noFill/>
          <a:ln w="0">
            <a:noFill/>
          </a:ln>
        </p:spPr>
        <p:txBody>
          <a:bodyPr lIns="0" rIns="0" tIns="0" bIns="0" anchor="t">
            <a:normAutofit/>
          </a:bodyPr>
          <a:p>
            <a:pPr marL="432000" indent="-324000">
              <a:lnSpc>
                <a:spcPct val="100000"/>
              </a:lnSpc>
              <a:spcAft>
                <a:spcPts val="1060"/>
              </a:spcAft>
              <a:buClr>
                <a:srgbClr val="666666"/>
              </a:buClr>
              <a:buSzPct val="45000"/>
              <a:buFont typeface="Wingdings" charset="2"/>
              <a:buChar char=""/>
            </a:pPr>
            <a:r>
              <a:rPr b="0" lang="en-US" sz="2400" strike="noStrike" u="none">
                <a:solidFill>
                  <a:srgbClr val="666666"/>
                </a:solidFill>
                <a:effectLst/>
                <a:uFillTx/>
                <a:latin typeface="DejaVu Sans"/>
              </a:rPr>
              <a:t>Click to edit the outline text format</a:t>
            </a:r>
            <a:endParaRPr b="0" lang="en-IN" sz="2400" strike="noStrike" u="none">
              <a:solidFill>
                <a:srgbClr val="000000"/>
              </a:solidFill>
              <a:effectLst/>
              <a:uFillTx/>
              <a:latin typeface="Arial"/>
            </a:endParaRPr>
          </a:p>
          <a:p>
            <a:pPr lvl="1" marL="864000" indent="-324000">
              <a:lnSpc>
                <a:spcPct val="100000"/>
              </a:lnSpc>
              <a:spcAft>
                <a:spcPts val="850"/>
              </a:spcAft>
              <a:buClr>
                <a:srgbClr val="666666"/>
              </a:buClr>
              <a:buSzPct val="75000"/>
              <a:buFont typeface="Symbol" charset="2"/>
              <a:buChar char=""/>
            </a:pPr>
            <a:r>
              <a:rPr b="0" lang="en-US" sz="2200" strike="noStrike" u="none">
                <a:solidFill>
                  <a:srgbClr val="666666"/>
                </a:solidFill>
                <a:effectLst/>
                <a:uFillTx/>
                <a:latin typeface="DejaVu Sans"/>
              </a:rPr>
              <a:t>Second Outline Level</a:t>
            </a:r>
            <a:endParaRPr b="0" lang="en-IN" sz="2200" strike="noStrike" u="none">
              <a:solidFill>
                <a:srgbClr val="000000"/>
              </a:solidFill>
              <a:effectLst/>
              <a:uFillTx/>
              <a:latin typeface="Arial"/>
            </a:endParaRPr>
          </a:p>
          <a:p>
            <a:pPr lvl="2" marL="1296000" indent="-288000">
              <a:lnSpc>
                <a:spcPct val="100000"/>
              </a:lnSpc>
              <a:spcAft>
                <a:spcPts val="635"/>
              </a:spcAft>
              <a:buClr>
                <a:srgbClr val="666666"/>
              </a:buClr>
              <a:buSzPct val="45000"/>
              <a:buFont typeface="Wingdings" charset="2"/>
              <a:buChar char=""/>
            </a:pPr>
            <a:r>
              <a:rPr b="0" lang="en-US" sz="2000" strike="noStrike" u="none">
                <a:solidFill>
                  <a:srgbClr val="666666"/>
                </a:solidFill>
                <a:effectLst/>
                <a:uFillTx/>
                <a:latin typeface="DejaVu Sans"/>
              </a:rPr>
              <a:t>Third Outline Level</a:t>
            </a:r>
            <a:endParaRPr b="0" lang="en-IN" sz="2000" strike="noStrike" u="none">
              <a:solidFill>
                <a:srgbClr val="000000"/>
              </a:solidFill>
              <a:effectLst/>
              <a:uFillTx/>
              <a:latin typeface="Arial"/>
            </a:endParaRPr>
          </a:p>
          <a:p>
            <a:pPr lvl="3" marL="1728000" indent="-216000">
              <a:lnSpc>
                <a:spcPct val="100000"/>
              </a:lnSpc>
              <a:spcAft>
                <a:spcPts val="425"/>
              </a:spcAft>
              <a:buClr>
                <a:srgbClr val="666666"/>
              </a:buClr>
              <a:buSzPct val="75000"/>
              <a:buFont typeface="Symbol" charset="2"/>
              <a:buChar char=""/>
            </a:pPr>
            <a:r>
              <a:rPr b="0" lang="en-US" sz="1800" strike="noStrike" u="none">
                <a:solidFill>
                  <a:srgbClr val="666666"/>
                </a:solidFill>
                <a:effectLst/>
                <a:uFillTx/>
                <a:latin typeface="DejaVu Sans"/>
              </a:rPr>
              <a:t>Fourth Outline Level</a:t>
            </a:r>
            <a:endParaRPr b="0" lang="en-IN" sz="1800" strike="noStrike" u="none">
              <a:solidFill>
                <a:srgbClr val="000000"/>
              </a:solidFill>
              <a:effectLst/>
              <a:uFillTx/>
              <a:latin typeface="Arial"/>
            </a:endParaRPr>
          </a:p>
          <a:p>
            <a:pPr lvl="4" marL="2160000" indent="-216000">
              <a:lnSpc>
                <a:spcPct val="100000"/>
              </a:lnSpc>
              <a:spcAft>
                <a:spcPts val="213"/>
              </a:spcAft>
              <a:buClr>
                <a:srgbClr val="666666"/>
              </a:buClr>
              <a:buSzPct val="45000"/>
              <a:buFont typeface="Wingdings" charset="2"/>
              <a:buChar char=""/>
            </a:pPr>
            <a:r>
              <a:rPr b="0" lang="en-US" sz="1800" strike="noStrike" u="none">
                <a:solidFill>
                  <a:srgbClr val="666666"/>
                </a:solidFill>
                <a:effectLst/>
                <a:uFillTx/>
                <a:latin typeface="DejaVu Sans"/>
              </a:rPr>
              <a:t>Fifth Outline Level</a:t>
            </a:r>
            <a:endParaRPr b="0" lang="en-IN" sz="1800" strike="noStrike" u="none">
              <a:solidFill>
                <a:srgbClr val="000000"/>
              </a:solidFill>
              <a:effectLst/>
              <a:uFillTx/>
              <a:latin typeface="Arial"/>
            </a:endParaRPr>
          </a:p>
          <a:p>
            <a:pPr lvl="5" marL="2592000" indent="-216000">
              <a:lnSpc>
                <a:spcPct val="100000"/>
              </a:lnSpc>
              <a:spcAft>
                <a:spcPts val="213"/>
              </a:spcAft>
              <a:buClr>
                <a:srgbClr val="666666"/>
              </a:buClr>
              <a:buSzPct val="45000"/>
              <a:buFont typeface="Wingdings" charset="2"/>
              <a:buChar char=""/>
            </a:pPr>
            <a:r>
              <a:rPr b="0" lang="en-US" sz="1800" strike="noStrike" u="none">
                <a:solidFill>
                  <a:srgbClr val="666666"/>
                </a:solidFill>
                <a:effectLst/>
                <a:uFillTx/>
                <a:latin typeface="DejaVu Sans"/>
              </a:rPr>
              <a:t>Sixth Outline Level</a:t>
            </a:r>
            <a:endParaRPr b="0" lang="en-IN" sz="1800" strike="noStrike" u="none">
              <a:solidFill>
                <a:srgbClr val="000000"/>
              </a:solidFill>
              <a:effectLst/>
              <a:uFillTx/>
              <a:latin typeface="Arial"/>
            </a:endParaRPr>
          </a:p>
          <a:p>
            <a:pPr lvl="6" marL="3024000" indent="-216000">
              <a:lnSpc>
                <a:spcPct val="100000"/>
              </a:lnSpc>
              <a:spcAft>
                <a:spcPts val="213"/>
              </a:spcAft>
              <a:buClr>
                <a:srgbClr val="666666"/>
              </a:buClr>
              <a:buSzPct val="45000"/>
              <a:buFont typeface="Wingdings" charset="2"/>
              <a:buChar char=""/>
            </a:pPr>
            <a:r>
              <a:rPr b="0" lang="en-US" sz="1800" strike="noStrike" u="none">
                <a:solidFill>
                  <a:srgbClr val="666666"/>
                </a:solidFill>
                <a:effectLst/>
                <a:uFillTx/>
                <a:latin typeface="DejaVu Sans"/>
              </a:rPr>
              <a:t>Seventh Outline Level</a:t>
            </a:r>
            <a:endParaRPr b="0" lang="en-IN" sz="1800" strike="noStrike" u="non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PlaceHolder 1"/>
          <p:cNvSpPr>
            <a:spLocks noGrp="1"/>
          </p:cNvSpPr>
          <p:nvPr>
            <p:ph type="title"/>
          </p:nvPr>
        </p:nvSpPr>
        <p:spPr>
          <a:xfrm>
            <a:off x="2532240" y="1371240"/>
            <a:ext cx="4800240" cy="3320640"/>
          </a:xfrm>
          <a:prstGeom prst="rect">
            <a:avLst/>
          </a:prstGeom>
          <a:noFill/>
          <a:ln w="0">
            <a:noFill/>
          </a:ln>
        </p:spPr>
        <p:txBody>
          <a:bodyPr lIns="0" rIns="0" tIns="0" bIns="0" anchor="ctr">
            <a:spAutoFit/>
          </a:bodyPr>
          <a:p>
            <a:pPr indent="0" algn="ctr">
              <a:lnSpc>
                <a:spcPct val="100000"/>
              </a:lnSpc>
              <a:buNone/>
              <a:tabLst>
                <a:tab algn="l" pos="0"/>
              </a:tabLst>
            </a:pPr>
            <a:r>
              <a:rPr b="1" lang="en-US" sz="3200" strike="noStrike" u="none">
                <a:solidFill>
                  <a:srgbClr val="333333"/>
                </a:solidFill>
                <a:effectLst/>
                <a:uFillTx/>
                <a:latin typeface="DejaVu Sans"/>
              </a:rPr>
              <a:t>WAV Formatted Uncompressed Audio  file to FLAC Formatted Loseless Audio Using Linear Predictive Coding</a:t>
            </a:r>
            <a:endParaRPr b="0" lang="en-IN" sz="3200" strike="noStrike" u="none">
              <a:solidFill>
                <a:srgbClr val="000000"/>
              </a:solidFill>
              <a:effectLst/>
              <a:uFillTx/>
              <a:latin typeface="Arial"/>
            </a:endParaRPr>
          </a:p>
        </p:txBody>
      </p:sp>
      <p:sp>
        <p:nvSpPr>
          <p:cNvPr id="45" name=""/>
          <p:cNvSpPr/>
          <p:nvPr/>
        </p:nvSpPr>
        <p:spPr>
          <a:xfrm>
            <a:off x="0" y="0"/>
            <a:ext cx="4319640" cy="1079640"/>
          </a:xfrm>
          <a:prstGeom prst="rect">
            <a:avLst/>
          </a:prstGeom>
          <a:noFill/>
          <a:ln w="18000">
            <a:noFill/>
          </a:ln>
        </p:spPr>
        <p:style>
          <a:lnRef idx="0"/>
          <a:fillRef idx="0"/>
          <a:effectRef idx="0"/>
          <a:fontRef idx="minor"/>
        </p:style>
        <p:txBody>
          <a:bodyPr lIns="90000" rIns="90000" tIns="45000" bIns="45000" anchor="ctr">
            <a:noAutofit/>
          </a:bodyPr>
          <a:p>
            <a:pPr>
              <a:lnSpc>
                <a:spcPct val="100000"/>
              </a:lnSpc>
            </a:pPr>
            <a:endParaRPr b="0" lang="en-US" sz="3200" strike="noStrike" u="none">
              <a:solidFill>
                <a:srgbClr val="333333"/>
              </a:solidFill>
              <a:effectLst/>
              <a:uFillTx/>
              <a:latin typeface="DejaVu Sans"/>
            </a:endParaRPr>
          </a:p>
        </p:txBody>
      </p:sp>
      <p:sp>
        <p:nvSpPr>
          <p:cNvPr id="3" name="PlaceHolder 2"/>
          <p:cNvSpPr>
            <a:spLocks noGrp="1"/>
          </p:cNvSpPr>
          <p:nvPr>
            <p:ph type="sldNum" idx="3"/>
          </p:nvPr>
        </p:nvSpPr>
        <p:spPr/>
        <p:txBody>
          <a:bodyPr/>
          <a:p>
            <a:fld id="{F1BCA860-0394-4822-8862-2BA62D2FE8A3}" type="slidenum">
              <a:t>1</a:t>
            </a:fld>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 name="PlaceHolder 1"/>
          <p:cNvSpPr>
            <a:spLocks noGrp="1"/>
          </p:cNvSpPr>
          <p:nvPr>
            <p:ph type="title"/>
          </p:nvPr>
        </p:nvSpPr>
        <p:spPr>
          <a:xfrm>
            <a:off x="1636920" y="456840"/>
            <a:ext cx="6592320" cy="947160"/>
          </a:xfrm>
          <a:prstGeom prst="rect">
            <a:avLst/>
          </a:prstGeom>
          <a:noFill/>
          <a:ln w="0">
            <a:noFill/>
          </a:ln>
        </p:spPr>
        <p:txBody>
          <a:bodyPr lIns="0" rIns="0" tIns="0" bIns="0" anchor="ctr">
            <a:spAutoFit/>
          </a:bodyPr>
          <a:p>
            <a:pPr indent="0" algn="ctr">
              <a:lnSpc>
                <a:spcPct val="100000"/>
              </a:lnSpc>
              <a:buNone/>
              <a:tabLst>
                <a:tab algn="l" pos="0"/>
              </a:tabLst>
            </a:pPr>
            <a:r>
              <a:rPr b="1" lang="en-US" sz="3200" strike="noStrike" u="none">
                <a:solidFill>
                  <a:srgbClr val="333333"/>
                </a:solidFill>
                <a:effectLst/>
                <a:uFillTx/>
                <a:latin typeface="DejaVu Sans"/>
              </a:rPr>
              <a:t>PRESENTED BY :</a:t>
            </a:r>
            <a:endParaRPr b="0" lang="en-IN" sz="3200" strike="noStrike" u="none">
              <a:solidFill>
                <a:srgbClr val="000000"/>
              </a:solidFill>
              <a:effectLst/>
              <a:uFillTx/>
              <a:latin typeface="Arial"/>
            </a:endParaRPr>
          </a:p>
        </p:txBody>
      </p:sp>
      <p:sp>
        <p:nvSpPr>
          <p:cNvPr id="47" name="PlaceHolder 2"/>
          <p:cNvSpPr>
            <a:spLocks noGrp="1"/>
          </p:cNvSpPr>
          <p:nvPr>
            <p:ph/>
          </p:nvPr>
        </p:nvSpPr>
        <p:spPr>
          <a:xfrm>
            <a:off x="1828800" y="1604880"/>
            <a:ext cx="6592320" cy="3652560"/>
          </a:xfrm>
          <a:prstGeom prst="rect">
            <a:avLst/>
          </a:prstGeom>
          <a:noFill/>
          <a:ln w="0">
            <a:noFill/>
          </a:ln>
        </p:spPr>
        <p:txBody>
          <a:bodyPr lIns="0" rIns="0" tIns="0" bIns="0" anchor="t">
            <a:normAutofit/>
          </a:bodyPr>
          <a:p>
            <a:pPr marL="432000" indent="-324000">
              <a:lnSpc>
                <a:spcPct val="100000"/>
              </a:lnSpc>
              <a:spcAft>
                <a:spcPts val="1060"/>
              </a:spcAft>
              <a:buClr>
                <a:srgbClr val="666666"/>
              </a:buClr>
              <a:buSzPct val="45000"/>
              <a:buFont typeface="Wingdings" charset="2"/>
              <a:buChar char=""/>
            </a:pPr>
            <a:r>
              <a:rPr b="0" lang="en-US" sz="2400" strike="noStrike" u="none">
                <a:solidFill>
                  <a:srgbClr val="666666"/>
                </a:solidFill>
                <a:effectLst/>
                <a:uFillTx/>
                <a:latin typeface="DejaVu Sans"/>
              </a:rPr>
              <a:t>N. Sushank S N – 22MID0348</a:t>
            </a:r>
            <a:endParaRPr b="0" lang="en-IN" sz="2400" strike="noStrike" u="none">
              <a:solidFill>
                <a:srgbClr val="000000"/>
              </a:solidFill>
              <a:effectLst/>
              <a:uFillTx/>
              <a:latin typeface="Arial"/>
            </a:endParaRPr>
          </a:p>
          <a:p>
            <a:pPr marL="432000" indent="-324000">
              <a:lnSpc>
                <a:spcPct val="100000"/>
              </a:lnSpc>
              <a:spcAft>
                <a:spcPts val="1060"/>
              </a:spcAft>
              <a:buClr>
                <a:srgbClr val="666666"/>
              </a:buClr>
              <a:buSzPct val="45000"/>
              <a:buFont typeface="Wingdings" charset="2"/>
              <a:buChar char=""/>
            </a:pPr>
            <a:r>
              <a:rPr b="0" lang="en-US" sz="2400" strike="noStrike" u="none">
                <a:solidFill>
                  <a:srgbClr val="666666"/>
                </a:solidFill>
                <a:effectLst/>
                <a:uFillTx/>
                <a:latin typeface="DejaVu Sans"/>
              </a:rPr>
              <a:t>D Sai Dharanidhar Reddy – 22MID0223</a:t>
            </a:r>
            <a:endParaRPr b="0" lang="en-IN" sz="2400" strike="noStrike" u="none">
              <a:solidFill>
                <a:srgbClr val="000000"/>
              </a:solidFill>
              <a:effectLst/>
              <a:uFillTx/>
              <a:latin typeface="Arial"/>
            </a:endParaRPr>
          </a:p>
          <a:p>
            <a:pPr marL="432000" indent="-324000">
              <a:lnSpc>
                <a:spcPct val="100000"/>
              </a:lnSpc>
              <a:spcAft>
                <a:spcPts val="1060"/>
              </a:spcAft>
              <a:buClr>
                <a:srgbClr val="666666"/>
              </a:buClr>
              <a:buSzPct val="45000"/>
              <a:buFont typeface="Wingdings" charset="2"/>
              <a:buChar char=""/>
            </a:pPr>
            <a:r>
              <a:rPr b="0" lang="en-US" sz="2400" strike="noStrike" u="none">
                <a:solidFill>
                  <a:srgbClr val="666666"/>
                </a:solidFill>
                <a:effectLst/>
                <a:uFillTx/>
                <a:latin typeface="DejaVu Sans"/>
              </a:rPr>
              <a:t>Janarthanan NS – 22MID0351</a:t>
            </a:r>
            <a:endParaRPr b="0" lang="en-IN" sz="2400" strike="noStrike" u="none">
              <a:solidFill>
                <a:srgbClr val="000000"/>
              </a:solidFill>
              <a:effectLst/>
              <a:uFillTx/>
              <a:latin typeface="Arial"/>
            </a:endParaRPr>
          </a:p>
          <a:p>
            <a:pPr marL="432000" indent="-324000">
              <a:lnSpc>
                <a:spcPct val="100000"/>
              </a:lnSpc>
              <a:spcAft>
                <a:spcPts val="1060"/>
              </a:spcAft>
              <a:buClr>
                <a:srgbClr val="666666"/>
              </a:buClr>
              <a:buSzPct val="45000"/>
              <a:buFont typeface="Wingdings" charset="2"/>
              <a:buChar char=""/>
            </a:pPr>
            <a:r>
              <a:rPr b="0" lang="en-US" sz="2400" strike="noStrike" u="none">
                <a:solidFill>
                  <a:srgbClr val="666666"/>
                </a:solidFill>
                <a:effectLst/>
                <a:uFillTx/>
                <a:latin typeface="DejaVu Sans"/>
              </a:rPr>
              <a:t>Keerthi Vasan V – 22MID0175</a:t>
            </a:r>
            <a:endParaRPr b="0" lang="en-IN" sz="2400" strike="noStrike" u="none">
              <a:solidFill>
                <a:srgbClr val="000000"/>
              </a:solidFill>
              <a:effectLst/>
              <a:uFillTx/>
              <a:latin typeface="Arial"/>
            </a:endParaRPr>
          </a:p>
          <a:p>
            <a:pPr marL="432000" indent="-324000">
              <a:lnSpc>
                <a:spcPct val="100000"/>
              </a:lnSpc>
              <a:spcAft>
                <a:spcPts val="1060"/>
              </a:spcAft>
              <a:buClr>
                <a:srgbClr val="666666"/>
              </a:buClr>
              <a:buSzPct val="45000"/>
              <a:buFont typeface="Wingdings" charset="2"/>
              <a:buChar char=""/>
            </a:pPr>
            <a:r>
              <a:rPr b="0" lang="en-US" sz="2400" strike="noStrike" u="none">
                <a:solidFill>
                  <a:srgbClr val="666666"/>
                </a:solidFill>
                <a:effectLst/>
                <a:uFillTx/>
                <a:latin typeface="DejaVu Sans"/>
              </a:rPr>
              <a:t>Gautham S - 22MIC0116</a:t>
            </a:r>
            <a:endParaRPr b="0" lang="en-IN" sz="2400" strike="noStrike" u="none">
              <a:solidFill>
                <a:srgbClr val="000000"/>
              </a:solidFill>
              <a:effectLst/>
              <a:uFillTx/>
              <a:latin typeface="Arial"/>
            </a:endParaRPr>
          </a:p>
        </p:txBody>
      </p:sp>
      <p:sp>
        <p:nvSpPr>
          <p:cNvPr id="4" name="PlaceHolder 3"/>
          <p:cNvSpPr>
            <a:spLocks noGrp="1"/>
          </p:cNvSpPr>
          <p:nvPr>
            <p:ph type="sldNum" idx="3"/>
          </p:nvPr>
        </p:nvSpPr>
        <p:spPr/>
        <p:txBody>
          <a:bodyPr/>
          <a:p>
            <a:fld id="{B52BC2F6-D91E-4B83-B4CC-8BAE79B64BEF}" type="slidenum">
              <a:t>2</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PlaceHolder 1"/>
          <p:cNvSpPr>
            <a:spLocks noGrp="1"/>
          </p:cNvSpPr>
          <p:nvPr>
            <p:ph type="title"/>
          </p:nvPr>
        </p:nvSpPr>
        <p:spPr>
          <a:xfrm>
            <a:off x="720000" y="359640"/>
            <a:ext cx="8639640" cy="900360"/>
          </a:xfrm>
          <a:prstGeom prst="rect">
            <a:avLst/>
          </a:prstGeom>
          <a:noFill/>
          <a:ln w="0">
            <a:noFill/>
          </a:ln>
        </p:spPr>
        <p:txBody>
          <a:bodyPr lIns="0" rIns="0" tIns="0" bIns="0" anchor="ctr">
            <a:spAutoFit/>
          </a:bodyPr>
          <a:p>
            <a:pPr indent="0" algn="ctr">
              <a:lnSpc>
                <a:spcPct val="100000"/>
              </a:lnSpc>
              <a:buNone/>
              <a:tabLst>
                <a:tab algn="l" pos="0"/>
              </a:tabLst>
            </a:pPr>
            <a:r>
              <a:rPr b="1" lang="en-US" sz="3200" strike="noStrike" u="none">
                <a:solidFill>
                  <a:srgbClr val="333333"/>
                </a:solidFill>
                <a:effectLst/>
                <a:uFillTx/>
                <a:latin typeface="DejaVu Sans"/>
              </a:rPr>
              <a:t>ABSTRACT</a:t>
            </a:r>
            <a:endParaRPr b="0" lang="en-IN" sz="3200" strike="noStrike" u="none">
              <a:solidFill>
                <a:srgbClr val="000000"/>
              </a:solidFill>
              <a:effectLst/>
              <a:uFillTx/>
              <a:latin typeface="Arial"/>
            </a:endParaRPr>
          </a:p>
        </p:txBody>
      </p:sp>
      <p:sp>
        <p:nvSpPr>
          <p:cNvPr id="49" name="PlaceHolder 2"/>
          <p:cNvSpPr>
            <a:spLocks noGrp="1"/>
          </p:cNvSpPr>
          <p:nvPr>
            <p:ph/>
          </p:nvPr>
        </p:nvSpPr>
        <p:spPr>
          <a:xfrm>
            <a:off x="720000" y="1440000"/>
            <a:ext cx="8639640" cy="3599640"/>
          </a:xfrm>
          <a:prstGeom prst="rect">
            <a:avLst/>
          </a:prstGeom>
          <a:noFill/>
          <a:ln w="0">
            <a:noFill/>
          </a:ln>
        </p:spPr>
        <p:txBody>
          <a:bodyPr lIns="0" rIns="0" tIns="0" bIns="0" anchor="t">
            <a:normAutofit fontScale="70000" lnSpcReduction="19999"/>
          </a:bodyPr>
          <a:p>
            <a:pPr marL="432000" indent="0">
              <a:lnSpc>
                <a:spcPct val="100000"/>
              </a:lnSpc>
              <a:spcAft>
                <a:spcPts val="1060"/>
              </a:spcAft>
              <a:buNone/>
              <a:tabLst>
                <a:tab algn="l" pos="0"/>
              </a:tabLst>
            </a:pPr>
            <a:r>
              <a:rPr b="0" lang="en-US" sz="2400" strike="noStrike" u="none">
                <a:solidFill>
                  <a:srgbClr val="666666"/>
                </a:solidFill>
                <a:effectLst/>
                <a:uFillTx/>
                <a:latin typeface="DejaVu Sans"/>
              </a:rPr>
              <a:t>WAV files are known for their excellent sound quality, but they take up a  huge amount of storage space, which makes them impractical for everyday  use, large-scale sharing, or archiving. This project explores how converting  WAV files into the Free Lossless Audio Codec (FLAC) format can help.  Unlike lossy formats (which reduce size by cutting out some audio details), FLAC keeps the audio exactly the same while shrinking file sizes by about  40–60%. To test this, we used a mix of open-source tools—including  FFmpeg, the FLAC utilities, and Python libraries like pydub and scipy—to automate conversions, measure how much space was saved, and double- check that the audio quality remained untouched. The results clearly show  that FLAC is a powerful option for saving storage space and speeding up file  transfers without any loss in fidelity. This makes it especially valuable for  areas like music archiving, professional audio work, and digital media  platforms, where both quality and efficiency matter. Looking ahead, it  would be worth comparing FLAC with other lossless formats, such as ALAC  or WavPack, and seeing how these compression methods can fit into  cloud-based systems for large-scale, real-time use.</a:t>
            </a:r>
            <a:endParaRPr b="0" lang="en-IN" sz="2400" strike="noStrike" u="none">
              <a:solidFill>
                <a:srgbClr val="000000"/>
              </a:solidFill>
              <a:effectLst/>
              <a:uFillTx/>
              <a:latin typeface="Arial"/>
            </a:endParaRPr>
          </a:p>
        </p:txBody>
      </p:sp>
      <p:sp>
        <p:nvSpPr>
          <p:cNvPr id="4" name="PlaceHolder 3"/>
          <p:cNvSpPr>
            <a:spLocks noGrp="1"/>
          </p:cNvSpPr>
          <p:nvPr>
            <p:ph type="sldNum" idx="3"/>
          </p:nvPr>
        </p:nvSpPr>
        <p:spPr/>
        <p:txBody>
          <a:bodyPr/>
          <a:p>
            <a:fld id="{C572CA0C-535C-4FEA-BE57-D735B59B344F}"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PlaceHolder 1"/>
          <p:cNvSpPr>
            <a:spLocks noGrp="1"/>
          </p:cNvSpPr>
          <p:nvPr>
            <p:ph type="title"/>
          </p:nvPr>
        </p:nvSpPr>
        <p:spPr>
          <a:xfrm>
            <a:off x="720000" y="359640"/>
            <a:ext cx="8639640" cy="900360"/>
          </a:xfrm>
          <a:prstGeom prst="rect">
            <a:avLst/>
          </a:prstGeom>
          <a:noFill/>
          <a:ln w="0">
            <a:noFill/>
          </a:ln>
        </p:spPr>
        <p:txBody>
          <a:bodyPr lIns="0" rIns="0" tIns="0" bIns="0" anchor="ctr">
            <a:spAutoFit/>
          </a:bodyPr>
          <a:p>
            <a:pPr indent="0" algn="ctr">
              <a:lnSpc>
                <a:spcPct val="100000"/>
              </a:lnSpc>
              <a:buNone/>
              <a:tabLst>
                <a:tab algn="l" pos="0"/>
              </a:tabLst>
            </a:pPr>
            <a:r>
              <a:rPr b="1" lang="en-US" sz="3200" strike="noStrike" u="none">
                <a:solidFill>
                  <a:srgbClr val="333333"/>
                </a:solidFill>
                <a:effectLst/>
                <a:uFillTx/>
                <a:latin typeface="DejaVu Sans"/>
              </a:rPr>
              <a:t>EXISTING SYSTEM</a:t>
            </a:r>
            <a:endParaRPr b="0" lang="en-IN" sz="3200" strike="noStrike" u="none">
              <a:solidFill>
                <a:srgbClr val="000000"/>
              </a:solidFill>
              <a:effectLst/>
              <a:uFillTx/>
              <a:latin typeface="Arial"/>
            </a:endParaRPr>
          </a:p>
        </p:txBody>
      </p:sp>
      <p:sp>
        <p:nvSpPr>
          <p:cNvPr id="51" name="PlaceHolder 2"/>
          <p:cNvSpPr>
            <a:spLocks noGrp="1"/>
          </p:cNvSpPr>
          <p:nvPr>
            <p:ph/>
          </p:nvPr>
        </p:nvSpPr>
        <p:spPr>
          <a:xfrm>
            <a:off x="720000" y="1440000"/>
            <a:ext cx="8639640" cy="3599640"/>
          </a:xfrm>
          <a:prstGeom prst="rect">
            <a:avLst/>
          </a:prstGeom>
          <a:noFill/>
          <a:ln w="0">
            <a:noFill/>
          </a:ln>
        </p:spPr>
        <p:txBody>
          <a:bodyPr lIns="0" rIns="0" tIns="0" bIns="0" anchor="t">
            <a:normAutofit/>
          </a:bodyPr>
          <a:p>
            <a:pPr indent="0">
              <a:lnSpc>
                <a:spcPct val="100000"/>
              </a:lnSpc>
              <a:spcBef>
                <a:spcPts val="1191"/>
              </a:spcBef>
              <a:spcAft>
                <a:spcPts val="992"/>
              </a:spcAft>
              <a:buNone/>
              <a:tabLst>
                <a:tab algn="l" pos="0"/>
              </a:tabLst>
            </a:pPr>
            <a:endParaRPr b="0" lang="en-IN" sz="1000" strike="noStrike" u="none">
              <a:solidFill>
                <a:srgbClr val="000000"/>
              </a:solidFill>
              <a:effectLst/>
              <a:uFillTx/>
              <a:latin typeface="Arial"/>
            </a:endParaRPr>
          </a:p>
          <a:p>
            <a:pPr marL="432000" indent="-324000">
              <a:lnSpc>
                <a:spcPct val="100000"/>
              </a:lnSpc>
              <a:spcBef>
                <a:spcPts val="1191"/>
              </a:spcBef>
              <a:spcAft>
                <a:spcPts val="992"/>
              </a:spcAft>
              <a:buClr>
                <a:srgbClr val="666666"/>
              </a:buClr>
              <a:buSzPct val="45000"/>
              <a:buFont typeface="Wingdings" charset="2"/>
              <a:buChar char=""/>
              <a:tabLst>
                <a:tab algn="l" pos="0"/>
              </a:tabLst>
            </a:pPr>
            <a:r>
              <a:rPr b="1" lang="en-US" sz="1000" strike="noStrike" u="none">
                <a:solidFill>
                  <a:srgbClr val="666666"/>
                </a:solidFill>
                <a:effectLst/>
                <a:uFillTx/>
                <a:latin typeface="DejaVu Sans"/>
              </a:rPr>
              <a:t>μ-law (mu-law) Algorithm</a:t>
            </a:r>
            <a:r>
              <a:rPr b="0" lang="en-US" sz="1000" strike="noStrike" u="none">
                <a:solidFill>
                  <a:srgbClr val="666666"/>
                </a:solidFill>
                <a:effectLst/>
                <a:uFillTx/>
                <a:latin typeface="DejaVu Sans"/>
              </a:rPr>
              <a:t> is a primitive and basic audio compression algorithm that is a good example of a technique that precedes more complex methods like LPC. </a:t>
            </a:r>
            <a:endParaRPr b="0" lang="en-IN" sz="1000" strike="noStrike" u="none">
              <a:solidFill>
                <a:srgbClr val="000000"/>
              </a:solidFill>
              <a:effectLst/>
              <a:uFillTx/>
              <a:latin typeface="Arial"/>
            </a:endParaRPr>
          </a:p>
          <a:p>
            <a:pPr marL="432000" indent="-324000">
              <a:lnSpc>
                <a:spcPct val="100000"/>
              </a:lnSpc>
              <a:spcBef>
                <a:spcPts val="1191"/>
              </a:spcBef>
              <a:spcAft>
                <a:spcPts val="992"/>
              </a:spcAft>
              <a:buClr>
                <a:srgbClr val="666666"/>
              </a:buClr>
              <a:buSzPct val="45000"/>
              <a:buFont typeface="Wingdings" charset="2"/>
              <a:buChar char=""/>
              <a:tabLst>
                <a:tab algn="l" pos="0"/>
              </a:tabLst>
            </a:pPr>
            <a:r>
              <a:rPr b="0" lang="en-US" sz="1000" strike="noStrike" u="none">
                <a:solidFill>
                  <a:srgbClr val="666666"/>
                </a:solidFill>
                <a:effectLst/>
                <a:uFillTx/>
                <a:latin typeface="DejaVu Sans"/>
              </a:rPr>
              <a:t>It is a form of companding (a portmanteau of compressing and expanding) which is an analog-to-digital and digital-to-analog signal processing technique that reduces the dynamic range of an analog signal. </a:t>
            </a:r>
            <a:endParaRPr b="0" lang="en-IN" sz="1000" strike="noStrike" u="none">
              <a:solidFill>
                <a:srgbClr val="000000"/>
              </a:solidFill>
              <a:effectLst/>
              <a:uFillTx/>
              <a:latin typeface="Arial"/>
            </a:endParaRPr>
          </a:p>
          <a:p>
            <a:pPr marL="432000" indent="-324000">
              <a:lnSpc>
                <a:spcPct val="100000"/>
              </a:lnSpc>
              <a:spcBef>
                <a:spcPts val="1191"/>
              </a:spcBef>
              <a:spcAft>
                <a:spcPts val="992"/>
              </a:spcAft>
              <a:buClr>
                <a:srgbClr val="666666"/>
              </a:buClr>
              <a:buSzPct val="45000"/>
              <a:buFont typeface="Wingdings" charset="2"/>
              <a:buChar char=""/>
              <a:tabLst>
                <a:tab algn="l" pos="0"/>
              </a:tabLst>
            </a:pPr>
            <a:r>
              <a:rPr b="0" lang="en-US" sz="1000" strike="noStrike" u="none">
                <a:solidFill>
                  <a:srgbClr val="666666"/>
                </a:solidFill>
                <a:effectLst/>
                <a:uFillTx/>
                <a:latin typeface="DejaVu Sans"/>
              </a:rPr>
              <a:t>This transformation is logarithmic in nature, mapping a wider range of input values to a narrower range of output values.</a:t>
            </a:r>
            <a:endParaRPr b="0" lang="en-IN" sz="1000" strike="noStrike" u="none">
              <a:solidFill>
                <a:srgbClr val="000000"/>
              </a:solidFill>
              <a:effectLst/>
              <a:uFillTx/>
              <a:latin typeface="Arial"/>
            </a:endParaRPr>
          </a:p>
          <a:p>
            <a:pPr marL="432000" indent="-324000">
              <a:lnSpc>
                <a:spcPct val="100000"/>
              </a:lnSpc>
              <a:spcBef>
                <a:spcPts val="1191"/>
              </a:spcBef>
              <a:spcAft>
                <a:spcPts val="992"/>
              </a:spcAft>
              <a:buClr>
                <a:srgbClr val="666666"/>
              </a:buClr>
              <a:buSzPct val="45000"/>
              <a:buFont typeface="Wingdings" charset="2"/>
              <a:buChar char=""/>
              <a:tabLst>
                <a:tab algn="l" pos="0"/>
              </a:tabLst>
            </a:pPr>
            <a:r>
              <a:rPr b="0" lang="en-US" sz="1000" strike="noStrike" u="none">
                <a:solidFill>
                  <a:srgbClr val="666666"/>
                </a:solidFill>
                <a:effectLst/>
                <a:uFillTx/>
                <a:latin typeface="DejaVu Sans"/>
              </a:rPr>
              <a:t>The μ-law algorithm is a non-linear quantization method. Instead of using a fixed step size for all amplitude levels, it uses smaller steps for low-amplitude signals and larger steps for high-amplitude signals. This means that low-amplitude audio samples are represented with greater accuracy than higher-amplitude values, which results in a more uniform signal-to-noise ratio across the range of the input signal. </a:t>
            </a:r>
            <a:endParaRPr b="0" lang="en-IN" sz="1000" strike="noStrike" u="none">
              <a:solidFill>
                <a:srgbClr val="000000"/>
              </a:solidFill>
              <a:effectLst/>
              <a:uFillTx/>
              <a:latin typeface="Arial"/>
            </a:endParaRPr>
          </a:p>
          <a:p>
            <a:pPr marL="432000" indent="-324000">
              <a:lnSpc>
                <a:spcPct val="100000"/>
              </a:lnSpc>
              <a:spcBef>
                <a:spcPts val="1191"/>
              </a:spcBef>
              <a:spcAft>
                <a:spcPts val="992"/>
              </a:spcAft>
              <a:buClr>
                <a:srgbClr val="666666"/>
              </a:buClr>
              <a:buSzPct val="45000"/>
              <a:buFont typeface="Wingdings" charset="2"/>
              <a:buChar char=""/>
              <a:tabLst>
                <a:tab algn="l" pos="0"/>
              </a:tabLst>
            </a:pPr>
            <a:r>
              <a:rPr b="0" lang="en-US" sz="1000" strike="noStrike" u="none">
                <a:solidFill>
                  <a:srgbClr val="666666"/>
                </a:solidFill>
                <a:effectLst/>
                <a:uFillTx/>
                <a:latin typeface="DejaVu Sans"/>
              </a:rPr>
              <a:t>This is a form of lossy compression, as some information is discarded, but it is a simple and effective method for reducing the bit depth of a signal without a significant loss in perceived quality.</a:t>
            </a:r>
            <a:endParaRPr b="0" lang="en-IN" sz="1000" strike="noStrike" u="none">
              <a:solidFill>
                <a:srgbClr val="000000"/>
              </a:solidFill>
              <a:effectLst/>
              <a:uFillTx/>
              <a:latin typeface="Arial"/>
            </a:endParaRPr>
          </a:p>
        </p:txBody>
      </p:sp>
      <p:sp>
        <p:nvSpPr>
          <p:cNvPr id="4" name="PlaceHolder 3"/>
          <p:cNvSpPr>
            <a:spLocks noGrp="1"/>
          </p:cNvSpPr>
          <p:nvPr>
            <p:ph type="sldNum" idx="3"/>
          </p:nvPr>
        </p:nvSpPr>
        <p:spPr/>
        <p:txBody>
          <a:bodyPr/>
          <a:p>
            <a:fld id="{52D2AF69-D04E-445C-B071-F6808D3CFC10}"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PlaceHolder 1"/>
          <p:cNvSpPr>
            <a:spLocks noGrp="1"/>
          </p:cNvSpPr>
          <p:nvPr>
            <p:ph type="title"/>
          </p:nvPr>
        </p:nvSpPr>
        <p:spPr>
          <a:xfrm>
            <a:off x="720000" y="359640"/>
            <a:ext cx="8639640" cy="900360"/>
          </a:xfrm>
          <a:prstGeom prst="rect">
            <a:avLst/>
          </a:prstGeom>
          <a:noFill/>
          <a:ln w="0">
            <a:noFill/>
          </a:ln>
        </p:spPr>
        <p:txBody>
          <a:bodyPr lIns="0" rIns="0" tIns="0" bIns="0" anchor="ctr">
            <a:spAutoFit/>
          </a:bodyPr>
          <a:p>
            <a:pPr indent="0" algn="ctr">
              <a:lnSpc>
                <a:spcPct val="100000"/>
              </a:lnSpc>
              <a:buNone/>
              <a:tabLst>
                <a:tab algn="l" pos="0"/>
              </a:tabLst>
            </a:pPr>
            <a:r>
              <a:rPr b="1" lang="en-US" sz="3200" strike="noStrike" u="none">
                <a:solidFill>
                  <a:srgbClr val="333333"/>
                </a:solidFill>
                <a:effectLst/>
                <a:uFillTx/>
                <a:latin typeface="DejaVu Sans"/>
              </a:rPr>
              <a:t>PSUEDO CODE</a:t>
            </a:r>
            <a:endParaRPr b="0" lang="en-IN" sz="3200" strike="noStrike" u="none">
              <a:solidFill>
                <a:srgbClr val="000000"/>
              </a:solidFill>
              <a:effectLst/>
              <a:uFillTx/>
              <a:latin typeface="Arial"/>
            </a:endParaRPr>
          </a:p>
        </p:txBody>
      </p:sp>
      <p:pic>
        <p:nvPicPr>
          <p:cNvPr id="53" name="" descr=""/>
          <p:cNvPicPr/>
          <p:nvPr/>
        </p:nvPicPr>
        <p:blipFill>
          <a:blip r:embed="rId1"/>
          <a:srcRect l="32909" t="35890" r="27731" b="32218"/>
          <a:stretch/>
        </p:blipFill>
        <p:spPr>
          <a:xfrm rot="21550800">
            <a:off x="1851120" y="1554120"/>
            <a:ext cx="6582960" cy="3198600"/>
          </a:xfrm>
          <a:prstGeom prst="rect">
            <a:avLst/>
          </a:prstGeom>
          <a:noFill/>
          <a:ln w="18000">
            <a:noFill/>
          </a:ln>
        </p:spPr>
      </p:pic>
      <p:sp>
        <p:nvSpPr>
          <p:cNvPr id="3" name="PlaceHolder 2"/>
          <p:cNvSpPr>
            <a:spLocks noGrp="1"/>
          </p:cNvSpPr>
          <p:nvPr>
            <p:ph type="sldNum" idx="3"/>
          </p:nvPr>
        </p:nvSpPr>
        <p:spPr/>
        <p:txBody>
          <a:bodyPr/>
          <a:p>
            <a:fld id="{89F4CDD8-11A9-42B7-AA9C-C4775AB38CA0}"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PlaceHolder 1"/>
          <p:cNvSpPr>
            <a:spLocks noGrp="1"/>
          </p:cNvSpPr>
          <p:nvPr>
            <p:ph type="title"/>
          </p:nvPr>
        </p:nvSpPr>
        <p:spPr>
          <a:xfrm>
            <a:off x="720000" y="359640"/>
            <a:ext cx="8639640" cy="900360"/>
          </a:xfrm>
          <a:prstGeom prst="rect">
            <a:avLst/>
          </a:prstGeom>
          <a:noFill/>
          <a:ln w="0">
            <a:noFill/>
          </a:ln>
        </p:spPr>
        <p:txBody>
          <a:bodyPr lIns="0" rIns="0" tIns="0" bIns="0" anchor="ctr">
            <a:spAutoFit/>
          </a:bodyPr>
          <a:p>
            <a:pPr marL="432000" indent="-324000" algn="ctr">
              <a:lnSpc>
                <a:spcPct val="100000"/>
              </a:lnSpc>
              <a:spcBef>
                <a:spcPts val="1191"/>
              </a:spcBef>
              <a:spcAft>
                <a:spcPts val="992"/>
              </a:spcAft>
              <a:buClr>
                <a:srgbClr val="666666"/>
              </a:buClr>
              <a:buSzPct val="45000"/>
              <a:buFont typeface="Wingdings" charset="2"/>
              <a:buChar char=""/>
            </a:pPr>
            <a:r>
              <a:rPr b="0" lang="en-US" sz="3200" strike="noStrike" u="none">
                <a:solidFill>
                  <a:srgbClr val="333333"/>
                </a:solidFill>
                <a:effectLst/>
                <a:uFillTx/>
                <a:latin typeface="DejaVu Sans"/>
              </a:rPr>
              <a:t>PROS AND CONS OF </a:t>
            </a:r>
            <a:r>
              <a:rPr b="1" lang="en-US" sz="3600" strike="noStrike" u="none">
                <a:solidFill>
                  <a:srgbClr val="333333"/>
                </a:solidFill>
                <a:effectLst/>
                <a:uFillTx/>
                <a:latin typeface="DejaVu Sans"/>
              </a:rPr>
              <a:t>μ - </a:t>
            </a:r>
            <a:r>
              <a:rPr b="0" lang="en-US" sz="3200" strike="noStrike" u="none">
                <a:solidFill>
                  <a:srgbClr val="333333"/>
                </a:solidFill>
                <a:effectLst/>
                <a:uFillTx/>
                <a:latin typeface="DejaVu Sans"/>
              </a:rPr>
              <a:t>LAW</a:t>
            </a:r>
            <a:endParaRPr b="0" lang="en-IN" sz="3200" strike="noStrike" u="none">
              <a:solidFill>
                <a:srgbClr val="000000"/>
              </a:solidFill>
              <a:effectLst/>
              <a:uFillTx/>
              <a:latin typeface="Arial"/>
            </a:endParaRPr>
          </a:p>
        </p:txBody>
      </p:sp>
      <p:sp>
        <p:nvSpPr>
          <p:cNvPr id="55" name="PlaceHolder 2"/>
          <p:cNvSpPr>
            <a:spLocks noGrp="1"/>
          </p:cNvSpPr>
          <p:nvPr>
            <p:ph/>
          </p:nvPr>
        </p:nvSpPr>
        <p:spPr>
          <a:xfrm>
            <a:off x="720000" y="1440000"/>
            <a:ext cx="8639640" cy="3599640"/>
          </a:xfrm>
          <a:prstGeom prst="rect">
            <a:avLst/>
          </a:prstGeom>
          <a:noFill/>
          <a:ln w="0">
            <a:noFill/>
          </a:ln>
        </p:spPr>
        <p:txBody>
          <a:bodyPr lIns="0" rIns="0" tIns="0" bIns="0" anchor="t">
            <a:normAutofit lnSpcReduction="9999"/>
          </a:bodyPr>
          <a:p>
            <a:pPr marL="432000" indent="0">
              <a:lnSpc>
                <a:spcPct val="100000"/>
              </a:lnSpc>
              <a:spcBef>
                <a:spcPts val="1191"/>
              </a:spcBef>
              <a:spcAft>
                <a:spcPts val="992"/>
              </a:spcAft>
              <a:buNone/>
              <a:tabLst>
                <a:tab algn="l" pos="0"/>
              </a:tabLst>
            </a:pPr>
            <a:r>
              <a:rPr b="1" lang="en-US" sz="1100" strike="noStrike" u="none">
                <a:solidFill>
                  <a:srgbClr val="666666"/>
                </a:solidFill>
                <a:effectLst/>
                <a:uFillTx/>
                <a:latin typeface="DejaVu Sans"/>
              </a:rPr>
              <a:t>PROS:</a:t>
            </a:r>
            <a:endParaRPr b="0" lang="en-IN" sz="1100" strike="noStrike" u="none">
              <a:solidFill>
                <a:srgbClr val="000000"/>
              </a:solidFill>
              <a:effectLst/>
              <a:uFillTx/>
              <a:latin typeface="Arial"/>
            </a:endParaRPr>
          </a:p>
          <a:p>
            <a:pPr marL="432000" indent="-324000">
              <a:lnSpc>
                <a:spcPct val="100000"/>
              </a:lnSpc>
              <a:spcBef>
                <a:spcPts val="1191"/>
              </a:spcBef>
              <a:spcAft>
                <a:spcPts val="992"/>
              </a:spcAft>
              <a:buClr>
                <a:srgbClr val="666666"/>
              </a:buClr>
              <a:buSzPct val="45000"/>
              <a:buFont typeface="Wingdings" charset="2"/>
              <a:buChar char=""/>
              <a:tabLst>
                <a:tab algn="l" pos="0"/>
              </a:tabLst>
            </a:pPr>
            <a:r>
              <a:rPr b="0" lang="en-US" sz="1100" strike="noStrike" u="none">
                <a:solidFill>
                  <a:srgbClr val="666666"/>
                </a:solidFill>
                <a:effectLst/>
                <a:uFillTx/>
                <a:latin typeface="DejaVu Sans"/>
              </a:rPr>
              <a:t>Simplicity: The algorithm is computationally simple, making it easy to implement with low-complexity hardware.</a:t>
            </a:r>
            <a:endParaRPr b="0" lang="en-IN" sz="1100" strike="noStrike" u="none">
              <a:solidFill>
                <a:srgbClr val="000000"/>
              </a:solidFill>
              <a:effectLst/>
              <a:uFillTx/>
              <a:latin typeface="Arial"/>
            </a:endParaRPr>
          </a:p>
          <a:p>
            <a:pPr marL="432000" indent="-324000">
              <a:lnSpc>
                <a:spcPct val="100000"/>
              </a:lnSpc>
              <a:spcBef>
                <a:spcPts val="1191"/>
              </a:spcBef>
              <a:spcAft>
                <a:spcPts val="992"/>
              </a:spcAft>
              <a:buClr>
                <a:srgbClr val="666666"/>
              </a:buClr>
              <a:buSzPct val="45000"/>
              <a:buFont typeface="Wingdings" charset="2"/>
              <a:buChar char=""/>
              <a:tabLst>
                <a:tab algn="l" pos="0"/>
              </a:tabLst>
            </a:pPr>
            <a:r>
              <a:rPr b="0" lang="en-US" sz="1000" strike="noStrike" u="none">
                <a:solidFill>
                  <a:srgbClr val="666666"/>
                </a:solidFill>
                <a:effectLst/>
                <a:uFillTx/>
                <a:latin typeface="DejaVu Sans"/>
              </a:rPr>
              <a:t>Low Complexity: The encoder and decoder are not resource-intensive, making it suitable for systems with limited processing power.</a:t>
            </a:r>
            <a:endParaRPr b="0" lang="en-IN" sz="1000" strike="noStrike" u="none">
              <a:solidFill>
                <a:srgbClr val="000000"/>
              </a:solidFill>
              <a:effectLst/>
              <a:uFillTx/>
              <a:latin typeface="Arial"/>
            </a:endParaRPr>
          </a:p>
          <a:p>
            <a:pPr marL="432000" indent="-324000">
              <a:lnSpc>
                <a:spcPct val="100000"/>
              </a:lnSpc>
              <a:spcBef>
                <a:spcPts val="1191"/>
              </a:spcBef>
              <a:spcAft>
                <a:spcPts val="992"/>
              </a:spcAft>
              <a:buClr>
                <a:srgbClr val="666666"/>
              </a:buClr>
              <a:buSzPct val="45000"/>
              <a:buFont typeface="Wingdings" charset="2"/>
              <a:buChar char=""/>
              <a:tabLst>
                <a:tab algn="l" pos="0"/>
              </a:tabLst>
            </a:pPr>
            <a:r>
              <a:rPr b="0" lang="en-US" sz="1000" strike="noStrike" u="none">
                <a:solidFill>
                  <a:srgbClr val="666666"/>
                </a:solidFill>
                <a:effectLst/>
                <a:uFillTx/>
                <a:latin typeface="DejaVu Sans"/>
              </a:rPr>
              <a:t>Effective for Voice: It is particularly well-suited for speech signals, which have a peaky nature and simple frequency structure. This is why it has been widely used in telephony.</a:t>
            </a:r>
            <a:endParaRPr b="0" lang="en-IN" sz="1000" strike="noStrike" u="none">
              <a:solidFill>
                <a:srgbClr val="000000"/>
              </a:solidFill>
              <a:effectLst/>
              <a:uFillTx/>
              <a:latin typeface="Arial"/>
            </a:endParaRPr>
          </a:p>
          <a:p>
            <a:pPr marL="432000" indent="0">
              <a:lnSpc>
                <a:spcPct val="100000"/>
              </a:lnSpc>
              <a:spcBef>
                <a:spcPts val="1191"/>
              </a:spcBef>
              <a:spcAft>
                <a:spcPts val="992"/>
              </a:spcAft>
              <a:buNone/>
              <a:tabLst>
                <a:tab algn="l" pos="0"/>
              </a:tabLst>
            </a:pPr>
            <a:r>
              <a:rPr b="1" lang="en-US" sz="1000" strike="noStrike" u="none">
                <a:solidFill>
                  <a:srgbClr val="666666"/>
                </a:solidFill>
                <a:effectLst/>
                <a:uFillTx/>
                <a:latin typeface="DejaVu Sans"/>
              </a:rPr>
              <a:t>CONS:</a:t>
            </a:r>
            <a:endParaRPr b="0" lang="en-IN" sz="1000" strike="noStrike" u="none">
              <a:solidFill>
                <a:srgbClr val="000000"/>
              </a:solidFill>
              <a:effectLst/>
              <a:uFillTx/>
              <a:latin typeface="Arial"/>
            </a:endParaRPr>
          </a:p>
          <a:p>
            <a:pPr marL="432000" indent="-324000">
              <a:lnSpc>
                <a:spcPct val="100000"/>
              </a:lnSpc>
              <a:spcBef>
                <a:spcPts val="1191"/>
              </a:spcBef>
              <a:spcAft>
                <a:spcPts val="992"/>
              </a:spcAft>
              <a:buClr>
                <a:srgbClr val="666666"/>
              </a:buClr>
              <a:buSzPct val="45000"/>
              <a:buFont typeface="Wingdings" charset="2"/>
              <a:buChar char=""/>
              <a:tabLst>
                <a:tab algn="l" pos="0"/>
              </a:tabLst>
            </a:pPr>
            <a:r>
              <a:rPr b="0" lang="en-US" sz="1000" strike="noStrike" u="none">
                <a:solidFill>
                  <a:srgbClr val="666666"/>
                </a:solidFill>
                <a:effectLst/>
                <a:uFillTx/>
                <a:latin typeface="DejaVu Sans"/>
              </a:rPr>
              <a:t>Lossy: The process permanently removes some data, so the original signal cannot be perfectly reconstructed.</a:t>
            </a:r>
            <a:endParaRPr b="0" lang="en-IN" sz="1000" strike="noStrike" u="none">
              <a:solidFill>
                <a:srgbClr val="000000"/>
              </a:solidFill>
              <a:effectLst/>
              <a:uFillTx/>
              <a:latin typeface="Arial"/>
            </a:endParaRPr>
          </a:p>
          <a:p>
            <a:pPr marL="432000" indent="-324000">
              <a:lnSpc>
                <a:spcPct val="100000"/>
              </a:lnSpc>
              <a:spcBef>
                <a:spcPts val="1191"/>
              </a:spcBef>
              <a:spcAft>
                <a:spcPts val="992"/>
              </a:spcAft>
              <a:buClr>
                <a:srgbClr val="666666"/>
              </a:buClr>
              <a:buSzPct val="45000"/>
              <a:buFont typeface="Wingdings" charset="2"/>
              <a:buChar char=""/>
              <a:tabLst>
                <a:tab algn="l" pos="0"/>
              </a:tabLst>
            </a:pPr>
            <a:r>
              <a:rPr b="0" lang="en-US" sz="1000" strike="noStrike" u="none">
                <a:solidFill>
                  <a:srgbClr val="666666"/>
                </a:solidFill>
                <a:effectLst/>
                <a:uFillTx/>
                <a:latin typeface="DejaVu Sans"/>
              </a:rPr>
              <a:t>Low Compression Ratio: While it reduces data, its compression ratio is relatively low compared to advanced algorithms like LPC or MP3.</a:t>
            </a:r>
            <a:endParaRPr b="0" lang="en-IN" sz="1000" strike="noStrike" u="none">
              <a:solidFill>
                <a:srgbClr val="000000"/>
              </a:solidFill>
              <a:effectLst/>
              <a:uFillTx/>
              <a:latin typeface="Arial"/>
            </a:endParaRPr>
          </a:p>
          <a:p>
            <a:pPr marL="432000" indent="-324000">
              <a:lnSpc>
                <a:spcPct val="100000"/>
              </a:lnSpc>
              <a:spcBef>
                <a:spcPts val="1191"/>
              </a:spcBef>
              <a:spcAft>
                <a:spcPts val="992"/>
              </a:spcAft>
              <a:buClr>
                <a:srgbClr val="666666"/>
              </a:buClr>
              <a:buSzPct val="45000"/>
              <a:buFont typeface="Wingdings" charset="2"/>
              <a:buChar char=""/>
              <a:tabLst>
                <a:tab algn="l" pos="0"/>
              </a:tabLst>
            </a:pPr>
            <a:r>
              <a:rPr b="0" lang="en-US" sz="1000" strike="noStrike" u="none">
                <a:solidFill>
                  <a:srgbClr val="666666"/>
                </a:solidFill>
                <a:effectLst/>
                <a:uFillTx/>
                <a:latin typeface="DejaVu Sans"/>
              </a:rPr>
              <a:t>Sub-optimal for Music: The algorithm is not specifically tuned for general audio signals like music, which have a wider and more complex dynamic range than speech. It can introduce noticeable distortion in music signals.</a:t>
            </a:r>
            <a:endParaRPr b="0" lang="en-IN" sz="1000" strike="noStrike" u="none">
              <a:solidFill>
                <a:srgbClr val="000000"/>
              </a:solidFill>
              <a:effectLst/>
              <a:uFillTx/>
              <a:latin typeface="Arial"/>
            </a:endParaRPr>
          </a:p>
          <a:p>
            <a:pPr marL="432000" indent="0">
              <a:lnSpc>
                <a:spcPct val="100000"/>
              </a:lnSpc>
              <a:spcBef>
                <a:spcPts val="1191"/>
              </a:spcBef>
              <a:spcAft>
                <a:spcPts val="992"/>
              </a:spcAft>
              <a:buNone/>
              <a:tabLst>
                <a:tab algn="l" pos="0"/>
              </a:tabLst>
            </a:pPr>
            <a:endParaRPr b="0" lang="en-IN" sz="1000" strike="noStrike" u="none">
              <a:solidFill>
                <a:srgbClr val="000000"/>
              </a:solidFill>
              <a:effectLst/>
              <a:uFillTx/>
              <a:latin typeface="Arial"/>
            </a:endParaRPr>
          </a:p>
        </p:txBody>
      </p:sp>
      <p:sp>
        <p:nvSpPr>
          <p:cNvPr id="4" name="PlaceHolder 3"/>
          <p:cNvSpPr>
            <a:spLocks noGrp="1"/>
          </p:cNvSpPr>
          <p:nvPr>
            <p:ph type="sldNum" idx="3"/>
          </p:nvPr>
        </p:nvSpPr>
        <p:spPr/>
        <p:txBody>
          <a:bodyPr/>
          <a:p>
            <a:fld id="{D5E20613-9272-4CEB-8546-C8AE70FE6790}"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PlaceHolder 1"/>
          <p:cNvSpPr>
            <a:spLocks noGrp="1"/>
          </p:cNvSpPr>
          <p:nvPr>
            <p:ph type="title"/>
          </p:nvPr>
        </p:nvSpPr>
        <p:spPr>
          <a:xfrm>
            <a:off x="720000" y="359640"/>
            <a:ext cx="8639640" cy="900360"/>
          </a:xfrm>
          <a:prstGeom prst="rect">
            <a:avLst/>
          </a:prstGeom>
          <a:noFill/>
          <a:ln w="0">
            <a:noFill/>
          </a:ln>
        </p:spPr>
        <p:txBody>
          <a:bodyPr lIns="0" rIns="0" tIns="0" bIns="0" anchor="ctr">
            <a:spAutoFit/>
          </a:bodyPr>
          <a:p>
            <a:pPr indent="0" algn="ctr">
              <a:lnSpc>
                <a:spcPct val="100000"/>
              </a:lnSpc>
              <a:buNone/>
              <a:tabLst>
                <a:tab algn="l" pos="0"/>
              </a:tabLst>
            </a:pPr>
            <a:r>
              <a:rPr b="1" lang="en-US" sz="3200" strike="noStrike" u="none">
                <a:solidFill>
                  <a:srgbClr val="333333"/>
                </a:solidFill>
                <a:effectLst/>
                <a:uFillTx/>
                <a:latin typeface="DejaVu Sans"/>
              </a:rPr>
              <a:t>PROPOSED SYSTEM</a:t>
            </a:r>
            <a:endParaRPr b="0" lang="en-IN" sz="3200" strike="noStrike" u="none">
              <a:solidFill>
                <a:srgbClr val="000000"/>
              </a:solidFill>
              <a:effectLst/>
              <a:uFillTx/>
              <a:latin typeface="Arial"/>
            </a:endParaRPr>
          </a:p>
        </p:txBody>
      </p:sp>
      <p:sp>
        <p:nvSpPr>
          <p:cNvPr id="57" name="PlaceHolder 2"/>
          <p:cNvSpPr>
            <a:spLocks noGrp="1"/>
          </p:cNvSpPr>
          <p:nvPr>
            <p:ph/>
          </p:nvPr>
        </p:nvSpPr>
        <p:spPr>
          <a:xfrm>
            <a:off x="720000" y="1440000"/>
            <a:ext cx="8639640" cy="3599640"/>
          </a:xfrm>
          <a:prstGeom prst="rect">
            <a:avLst/>
          </a:prstGeom>
          <a:noFill/>
          <a:ln w="0">
            <a:noFill/>
          </a:ln>
        </p:spPr>
        <p:txBody>
          <a:bodyPr lIns="0" rIns="0" tIns="0" bIns="0" anchor="t">
            <a:normAutofit/>
          </a:bodyPr>
          <a:p>
            <a:pPr marL="432000" indent="0">
              <a:lnSpc>
                <a:spcPct val="100000"/>
              </a:lnSpc>
              <a:spcBef>
                <a:spcPts val="1191"/>
              </a:spcBef>
              <a:spcAft>
                <a:spcPts val="992"/>
              </a:spcAft>
              <a:buNone/>
              <a:tabLst>
                <a:tab algn="l" pos="0"/>
              </a:tabLst>
            </a:pPr>
            <a:endParaRPr b="0" lang="en-IN" sz="1000" strike="noStrike" u="none">
              <a:solidFill>
                <a:srgbClr val="000000"/>
              </a:solidFill>
              <a:effectLst/>
              <a:uFillTx/>
              <a:latin typeface="Arial"/>
            </a:endParaRPr>
          </a:p>
          <a:p>
            <a:pPr marL="432000" indent="0">
              <a:lnSpc>
                <a:spcPct val="100000"/>
              </a:lnSpc>
              <a:spcBef>
                <a:spcPts val="1191"/>
              </a:spcBef>
              <a:spcAft>
                <a:spcPts val="992"/>
              </a:spcAft>
              <a:buNone/>
              <a:tabLst>
                <a:tab algn="l" pos="0"/>
              </a:tabLst>
            </a:pPr>
            <a:r>
              <a:rPr b="1" lang="en-US" sz="1000" strike="noStrike" u="none">
                <a:solidFill>
                  <a:srgbClr val="666666"/>
                </a:solidFill>
                <a:effectLst/>
                <a:uFillTx/>
                <a:latin typeface="DejaVu Sans"/>
              </a:rPr>
              <a:t>Linear Predictive Coding (LPC)</a:t>
            </a:r>
            <a:r>
              <a:rPr b="0" lang="en-US" sz="1000" strike="noStrike" u="none">
                <a:solidFill>
                  <a:srgbClr val="666666"/>
                </a:solidFill>
                <a:effectLst/>
                <a:uFillTx/>
                <a:latin typeface="DejaVu Sans"/>
              </a:rPr>
              <a:t> is a powerful and efficient lossy compression algorithm used primarily for speech signals. Unlike generic compression methods, LPC is based on a mathematical model of human speech production.</a:t>
            </a:r>
            <a:endParaRPr b="0" lang="en-IN" sz="1000" strike="noStrike" u="none">
              <a:solidFill>
                <a:srgbClr val="000000"/>
              </a:solidFill>
              <a:effectLst/>
              <a:uFillTx/>
              <a:latin typeface="Arial"/>
            </a:endParaRPr>
          </a:p>
          <a:p>
            <a:pPr marL="432000" indent="-324000">
              <a:lnSpc>
                <a:spcPct val="100000"/>
              </a:lnSpc>
              <a:spcBef>
                <a:spcPts val="1191"/>
              </a:spcBef>
              <a:spcAft>
                <a:spcPts val="992"/>
              </a:spcAft>
              <a:buClr>
                <a:srgbClr val="666666"/>
              </a:buClr>
              <a:buSzPct val="45000"/>
              <a:buFont typeface="Wingdings" charset="2"/>
              <a:buChar char=""/>
              <a:tabLst>
                <a:tab algn="l" pos="0"/>
              </a:tabLst>
            </a:pPr>
            <a:r>
              <a:rPr b="0" lang="en-US" sz="1000" strike="noStrike" u="none">
                <a:solidFill>
                  <a:srgbClr val="666666"/>
                </a:solidFill>
                <a:effectLst/>
                <a:uFillTx/>
                <a:latin typeface="DejaVu Sans"/>
              </a:rPr>
              <a:t>Prediction: The core principle of LPC is that a speech signal at a given point in time can be approximated as a linear combination of previous speech samples. In simpler terms, it predicts the next sound based on a history of past sounds.</a:t>
            </a:r>
            <a:endParaRPr b="0" lang="en-IN" sz="1000" strike="noStrike" u="none">
              <a:solidFill>
                <a:srgbClr val="000000"/>
              </a:solidFill>
              <a:effectLst/>
              <a:uFillTx/>
              <a:latin typeface="Arial"/>
            </a:endParaRPr>
          </a:p>
          <a:p>
            <a:pPr marL="432000" indent="-324000">
              <a:lnSpc>
                <a:spcPct val="100000"/>
              </a:lnSpc>
              <a:spcBef>
                <a:spcPts val="1191"/>
              </a:spcBef>
              <a:spcAft>
                <a:spcPts val="992"/>
              </a:spcAft>
              <a:buClr>
                <a:srgbClr val="666666"/>
              </a:buClr>
              <a:buSzPct val="45000"/>
              <a:buFont typeface="Wingdings" charset="2"/>
              <a:buChar char=""/>
              <a:tabLst>
                <a:tab algn="l" pos="0"/>
              </a:tabLst>
            </a:pPr>
            <a:r>
              <a:rPr b="0" lang="en-US" sz="1000" strike="noStrike" u="none">
                <a:solidFill>
                  <a:srgbClr val="666666"/>
                </a:solidFill>
                <a:effectLst/>
                <a:uFillTx/>
                <a:latin typeface="DejaVu Sans"/>
              </a:rPr>
              <a:t>Model: LPC models the vocal tract as a time-varying digital filter. This filter is excited by either a periodic pulse train for voiced sounds (like vowels) or a random noise signal for unvoiced sounds (like 's' or 'f').</a:t>
            </a:r>
            <a:endParaRPr b="0" lang="en-IN" sz="1000" strike="noStrike" u="none">
              <a:solidFill>
                <a:srgbClr val="000000"/>
              </a:solidFill>
              <a:effectLst/>
              <a:uFillTx/>
              <a:latin typeface="Arial"/>
            </a:endParaRPr>
          </a:p>
          <a:p>
            <a:pPr marL="432000" indent="-324000">
              <a:lnSpc>
                <a:spcPct val="100000"/>
              </a:lnSpc>
              <a:spcBef>
                <a:spcPts val="1191"/>
              </a:spcBef>
              <a:spcAft>
                <a:spcPts val="992"/>
              </a:spcAft>
              <a:buClr>
                <a:srgbClr val="666666"/>
              </a:buClr>
              <a:buSzPct val="45000"/>
              <a:buFont typeface="Wingdings" charset="2"/>
              <a:buChar char=""/>
              <a:tabLst>
                <a:tab algn="l" pos="0"/>
              </a:tabLst>
            </a:pPr>
            <a:r>
              <a:rPr b="0" lang="en-US" sz="1000" strike="noStrike" u="none">
                <a:solidFill>
                  <a:srgbClr val="666666"/>
                </a:solidFill>
                <a:effectLst/>
                <a:uFillTx/>
                <a:latin typeface="DejaVu Sans"/>
              </a:rPr>
              <a:t>Encoding: The encoder doesn't store the raw audio samples. Instead, it extracts the parameters of this filter and the characteristics of the excitation signal. These parameters (the LPC coefficients) are much fewer in number than the original audio samples, leading to significant compression.</a:t>
            </a:r>
            <a:endParaRPr b="0" lang="en-IN" sz="1000" strike="noStrike" u="none">
              <a:solidFill>
                <a:srgbClr val="000000"/>
              </a:solidFill>
              <a:effectLst/>
              <a:uFillTx/>
              <a:latin typeface="Arial"/>
            </a:endParaRPr>
          </a:p>
          <a:p>
            <a:pPr marL="432000" indent="-324000">
              <a:lnSpc>
                <a:spcPct val="100000"/>
              </a:lnSpc>
              <a:spcBef>
                <a:spcPts val="1191"/>
              </a:spcBef>
              <a:spcAft>
                <a:spcPts val="992"/>
              </a:spcAft>
              <a:buClr>
                <a:srgbClr val="666666"/>
              </a:buClr>
              <a:buSzPct val="45000"/>
              <a:buFont typeface="Wingdings" charset="2"/>
              <a:buChar char=""/>
              <a:tabLst>
                <a:tab algn="l" pos="0"/>
              </a:tabLst>
            </a:pPr>
            <a:r>
              <a:rPr b="0" lang="en-US" sz="1000" strike="noStrike" u="none">
                <a:solidFill>
                  <a:srgbClr val="666666"/>
                </a:solidFill>
                <a:effectLst/>
                <a:uFillTx/>
                <a:latin typeface="DejaVu Sans"/>
              </a:rPr>
              <a:t>Decoding: The decoder uses these transmitted parameters to reconstruct the speech signal by passing the excitation signal through the same filter model.</a:t>
            </a:r>
            <a:endParaRPr b="0" lang="en-IN" sz="1000" strike="noStrike" u="none">
              <a:solidFill>
                <a:srgbClr val="000000"/>
              </a:solidFill>
              <a:effectLst/>
              <a:uFillTx/>
              <a:latin typeface="Arial"/>
            </a:endParaRPr>
          </a:p>
          <a:p>
            <a:pPr marL="432000" indent="0">
              <a:lnSpc>
                <a:spcPct val="100000"/>
              </a:lnSpc>
              <a:spcBef>
                <a:spcPts val="1191"/>
              </a:spcBef>
              <a:spcAft>
                <a:spcPts val="992"/>
              </a:spcAft>
              <a:buNone/>
              <a:tabLst>
                <a:tab algn="l" pos="0"/>
              </a:tabLst>
            </a:pPr>
            <a:endParaRPr b="0" lang="en-IN" sz="1000" strike="noStrike" u="none">
              <a:solidFill>
                <a:srgbClr val="000000"/>
              </a:solidFill>
              <a:effectLst/>
              <a:uFillTx/>
              <a:latin typeface="Arial"/>
            </a:endParaRPr>
          </a:p>
        </p:txBody>
      </p:sp>
      <p:sp>
        <p:nvSpPr>
          <p:cNvPr id="4" name="PlaceHolder 3"/>
          <p:cNvSpPr>
            <a:spLocks noGrp="1"/>
          </p:cNvSpPr>
          <p:nvPr>
            <p:ph type="sldNum" idx="3"/>
          </p:nvPr>
        </p:nvSpPr>
        <p:spPr/>
        <p:txBody>
          <a:bodyPr/>
          <a:p>
            <a:fld id="{A98B9D53-3DBA-4181-BF18-456D3CE73F89}"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720000" y="359640"/>
            <a:ext cx="8639640" cy="900360"/>
          </a:xfrm>
          <a:prstGeom prst="rect">
            <a:avLst/>
          </a:prstGeom>
          <a:noFill/>
          <a:ln w="0">
            <a:noFill/>
          </a:ln>
        </p:spPr>
        <p:txBody>
          <a:bodyPr lIns="0" rIns="0" tIns="0" bIns="0" anchor="ctr">
            <a:spAutoFit/>
          </a:bodyPr>
          <a:p>
            <a:pPr indent="0" algn="ctr">
              <a:lnSpc>
                <a:spcPct val="100000"/>
              </a:lnSpc>
              <a:buNone/>
              <a:tabLst>
                <a:tab algn="l" pos="0"/>
              </a:tabLst>
            </a:pPr>
            <a:r>
              <a:rPr b="1" lang="en-US" sz="3200" strike="noStrike" u="none">
                <a:solidFill>
                  <a:srgbClr val="333333"/>
                </a:solidFill>
                <a:effectLst/>
                <a:uFillTx/>
                <a:latin typeface="DejaVu Sans"/>
              </a:rPr>
              <a:t>PROS AND CONS OF LPC </a:t>
            </a:r>
            <a:endParaRPr b="0" lang="en-IN" sz="3200" strike="noStrike" u="none">
              <a:solidFill>
                <a:srgbClr val="000000"/>
              </a:solidFill>
              <a:effectLst/>
              <a:uFillTx/>
              <a:latin typeface="Arial"/>
            </a:endParaRPr>
          </a:p>
        </p:txBody>
      </p:sp>
      <p:sp>
        <p:nvSpPr>
          <p:cNvPr id="59" name="PlaceHolder 2"/>
          <p:cNvSpPr>
            <a:spLocks noGrp="1"/>
          </p:cNvSpPr>
          <p:nvPr>
            <p:ph/>
          </p:nvPr>
        </p:nvSpPr>
        <p:spPr>
          <a:xfrm>
            <a:off x="720000" y="1440000"/>
            <a:ext cx="8639640" cy="3599640"/>
          </a:xfrm>
          <a:prstGeom prst="rect">
            <a:avLst/>
          </a:prstGeom>
          <a:noFill/>
          <a:ln w="0">
            <a:noFill/>
          </a:ln>
        </p:spPr>
        <p:txBody>
          <a:bodyPr lIns="0" rIns="0" tIns="0" bIns="0" anchor="t">
            <a:normAutofit fontScale="92500" lnSpcReduction="9999"/>
          </a:bodyPr>
          <a:p>
            <a:pPr marL="432000" indent="0">
              <a:lnSpc>
                <a:spcPct val="100000"/>
              </a:lnSpc>
              <a:spcBef>
                <a:spcPts val="1191"/>
              </a:spcBef>
              <a:spcAft>
                <a:spcPts val="992"/>
              </a:spcAft>
              <a:buNone/>
              <a:tabLst>
                <a:tab algn="l" pos="0"/>
              </a:tabLst>
            </a:pPr>
            <a:r>
              <a:rPr b="1" lang="en-US" sz="1100" strike="noStrike" u="none">
                <a:solidFill>
                  <a:srgbClr val="666666"/>
                </a:solidFill>
                <a:effectLst/>
                <a:uFillTx/>
                <a:latin typeface="DejaVu Sans"/>
              </a:rPr>
              <a:t>Pros:</a:t>
            </a:r>
            <a:endParaRPr b="0" lang="en-IN" sz="1100" strike="noStrike" u="none">
              <a:solidFill>
                <a:srgbClr val="000000"/>
              </a:solidFill>
              <a:effectLst/>
              <a:uFillTx/>
              <a:latin typeface="Arial"/>
            </a:endParaRPr>
          </a:p>
          <a:p>
            <a:pPr marL="432000" indent="-324000">
              <a:lnSpc>
                <a:spcPct val="100000"/>
              </a:lnSpc>
              <a:spcBef>
                <a:spcPts val="1191"/>
              </a:spcBef>
              <a:spcAft>
                <a:spcPts val="992"/>
              </a:spcAft>
              <a:buClr>
                <a:srgbClr val="666666"/>
              </a:buClr>
              <a:buSzPct val="45000"/>
              <a:buFont typeface="Wingdings" charset="2"/>
              <a:buChar char=""/>
              <a:tabLst>
                <a:tab algn="l" pos="0"/>
              </a:tabLst>
            </a:pPr>
            <a:r>
              <a:rPr b="0" lang="en-US" sz="1000" strike="noStrike" u="none">
                <a:solidFill>
                  <a:srgbClr val="666666"/>
                </a:solidFill>
                <a:effectLst/>
                <a:uFillTx/>
                <a:latin typeface="DejaVu Sans"/>
              </a:rPr>
              <a:t>High Compression Ratio: LPC can achieve very high compression ratios, especially for speech signals, making it ideal for low-bitrate applications like VoIP and telecommunications.</a:t>
            </a:r>
            <a:endParaRPr b="0" lang="en-IN" sz="1000" strike="noStrike" u="none">
              <a:solidFill>
                <a:srgbClr val="000000"/>
              </a:solidFill>
              <a:effectLst/>
              <a:uFillTx/>
              <a:latin typeface="Arial"/>
            </a:endParaRPr>
          </a:p>
          <a:p>
            <a:pPr marL="432000" indent="-324000">
              <a:lnSpc>
                <a:spcPct val="100000"/>
              </a:lnSpc>
              <a:spcBef>
                <a:spcPts val="1191"/>
              </a:spcBef>
              <a:spcAft>
                <a:spcPts val="992"/>
              </a:spcAft>
              <a:buClr>
                <a:srgbClr val="666666"/>
              </a:buClr>
              <a:buSzPct val="45000"/>
              <a:buFont typeface="Wingdings" charset="2"/>
              <a:buChar char=""/>
              <a:tabLst>
                <a:tab algn="l" pos="0"/>
              </a:tabLst>
            </a:pPr>
            <a:r>
              <a:rPr b="0" lang="en-US" sz="1000" strike="noStrike" u="none">
                <a:solidFill>
                  <a:srgbClr val="666666"/>
                </a:solidFill>
                <a:effectLst/>
                <a:uFillTx/>
                <a:latin typeface="DejaVu Sans"/>
              </a:rPr>
              <a:t>Low Latency: The algorithms are computationally efficient, allowing for real-time encoding and decoding, which is crucial for live communication.</a:t>
            </a:r>
            <a:endParaRPr b="0" lang="en-IN" sz="1000" strike="noStrike" u="none">
              <a:solidFill>
                <a:srgbClr val="000000"/>
              </a:solidFill>
              <a:effectLst/>
              <a:uFillTx/>
              <a:latin typeface="Arial"/>
            </a:endParaRPr>
          </a:p>
          <a:p>
            <a:pPr marL="432000" indent="-324000">
              <a:lnSpc>
                <a:spcPct val="100000"/>
              </a:lnSpc>
              <a:spcBef>
                <a:spcPts val="1191"/>
              </a:spcBef>
              <a:spcAft>
                <a:spcPts val="992"/>
              </a:spcAft>
              <a:buClr>
                <a:srgbClr val="666666"/>
              </a:buClr>
              <a:buSzPct val="45000"/>
              <a:buFont typeface="Wingdings" charset="2"/>
              <a:buChar char=""/>
              <a:tabLst>
                <a:tab algn="l" pos="0"/>
              </a:tabLst>
            </a:pPr>
            <a:r>
              <a:rPr b="0" lang="en-US" sz="1000" strike="noStrike" u="none">
                <a:solidFill>
                  <a:srgbClr val="666666"/>
                </a:solidFill>
                <a:effectLst/>
                <a:uFillTx/>
                <a:latin typeface="DejaVu Sans"/>
              </a:rPr>
              <a:t>Targeted Efficiency: It is highly optimized for the characteristics of human speech, resulting in excellent quality at very low bitrates for this specific use case.</a:t>
            </a:r>
            <a:endParaRPr b="0" lang="en-IN" sz="1000" strike="noStrike" u="none">
              <a:solidFill>
                <a:srgbClr val="000000"/>
              </a:solidFill>
              <a:effectLst/>
              <a:uFillTx/>
              <a:latin typeface="Arial"/>
            </a:endParaRPr>
          </a:p>
          <a:p>
            <a:pPr marL="432000" indent="0">
              <a:lnSpc>
                <a:spcPct val="100000"/>
              </a:lnSpc>
              <a:spcBef>
                <a:spcPts val="1191"/>
              </a:spcBef>
              <a:spcAft>
                <a:spcPts val="992"/>
              </a:spcAft>
              <a:buNone/>
              <a:tabLst>
                <a:tab algn="l" pos="0"/>
              </a:tabLst>
            </a:pPr>
            <a:r>
              <a:rPr b="1" lang="en-US" sz="1100" strike="noStrike" u="none">
                <a:solidFill>
                  <a:srgbClr val="666666"/>
                </a:solidFill>
                <a:effectLst/>
                <a:uFillTx/>
                <a:latin typeface="DejaVu Sans"/>
              </a:rPr>
              <a:t>Cons:</a:t>
            </a:r>
            <a:endParaRPr b="0" lang="en-IN" sz="1100" strike="noStrike" u="none">
              <a:solidFill>
                <a:srgbClr val="000000"/>
              </a:solidFill>
              <a:effectLst/>
              <a:uFillTx/>
              <a:latin typeface="Arial"/>
            </a:endParaRPr>
          </a:p>
          <a:p>
            <a:pPr marL="432000" indent="-324000">
              <a:lnSpc>
                <a:spcPct val="100000"/>
              </a:lnSpc>
              <a:spcBef>
                <a:spcPts val="1191"/>
              </a:spcBef>
              <a:spcAft>
                <a:spcPts val="992"/>
              </a:spcAft>
              <a:buClr>
                <a:srgbClr val="666666"/>
              </a:buClr>
              <a:buSzPct val="45000"/>
              <a:buFont typeface="Wingdings" charset="2"/>
              <a:buChar char=""/>
              <a:tabLst>
                <a:tab algn="l" pos="0"/>
              </a:tabLst>
            </a:pPr>
            <a:r>
              <a:rPr b="0" lang="en-US" sz="1000" strike="noStrike" u="none">
                <a:solidFill>
                  <a:srgbClr val="666666"/>
                </a:solidFill>
                <a:effectLst/>
                <a:uFillTx/>
                <a:latin typeface="DejaVu Sans"/>
              </a:rPr>
              <a:t>Lossy Nature: LPC is a lossy compression method, meaning some audio information is permanently discarded. While this is less noticeable for speech, it can severely degrade the quality of music or other complex audio signals.</a:t>
            </a:r>
            <a:endParaRPr b="0" lang="en-IN" sz="1000" strike="noStrike" u="none">
              <a:solidFill>
                <a:srgbClr val="000000"/>
              </a:solidFill>
              <a:effectLst/>
              <a:uFillTx/>
              <a:latin typeface="Arial"/>
            </a:endParaRPr>
          </a:p>
          <a:p>
            <a:pPr marL="432000" indent="-324000">
              <a:lnSpc>
                <a:spcPct val="100000"/>
              </a:lnSpc>
              <a:spcBef>
                <a:spcPts val="1191"/>
              </a:spcBef>
              <a:spcAft>
                <a:spcPts val="992"/>
              </a:spcAft>
              <a:buClr>
                <a:srgbClr val="666666"/>
              </a:buClr>
              <a:buSzPct val="45000"/>
              <a:buFont typeface="Wingdings" charset="2"/>
              <a:buChar char=""/>
              <a:tabLst>
                <a:tab algn="l" pos="0"/>
              </a:tabLst>
            </a:pPr>
            <a:r>
              <a:rPr b="0" lang="en-US" sz="1000" strike="noStrike" u="none">
                <a:solidFill>
                  <a:srgbClr val="666666"/>
                </a:solidFill>
                <a:effectLst/>
                <a:uFillTx/>
                <a:latin typeface="DejaVu Sans"/>
              </a:rPr>
              <a:t>Sub-optimal for Non-Speech Audio: Because the algorithm is built on a model of the human vocal tract, it performs poorly on music, ambient noise, or other non-speech sounds, often introducing artifacts and distortion.</a:t>
            </a:r>
            <a:endParaRPr b="0" lang="en-IN" sz="1000" strike="noStrike" u="none">
              <a:solidFill>
                <a:srgbClr val="000000"/>
              </a:solidFill>
              <a:effectLst/>
              <a:uFillTx/>
              <a:latin typeface="Arial"/>
            </a:endParaRPr>
          </a:p>
          <a:p>
            <a:pPr marL="432000" indent="-324000">
              <a:lnSpc>
                <a:spcPct val="100000"/>
              </a:lnSpc>
              <a:spcBef>
                <a:spcPts val="1191"/>
              </a:spcBef>
              <a:spcAft>
                <a:spcPts val="992"/>
              </a:spcAft>
              <a:buClr>
                <a:srgbClr val="666666"/>
              </a:buClr>
              <a:buSzPct val="45000"/>
              <a:buFont typeface="Wingdings" charset="2"/>
              <a:buChar char=""/>
              <a:tabLst>
                <a:tab algn="l" pos="0"/>
              </a:tabLst>
            </a:pPr>
            <a:r>
              <a:rPr b="0" lang="en-US" sz="1000" strike="noStrike" u="none">
                <a:solidFill>
                  <a:srgbClr val="666666"/>
                </a:solidFill>
                <a:effectLst/>
                <a:uFillTx/>
                <a:latin typeface="DejaVu Sans"/>
              </a:rPr>
              <a:t>Complexity: The underlying algorithm is more complex than simple techniques like μ-law and requires more sophisticated processing.</a:t>
            </a:r>
            <a:endParaRPr b="0" lang="en-IN" sz="1000" strike="noStrike" u="none">
              <a:solidFill>
                <a:srgbClr val="000000"/>
              </a:solidFill>
              <a:effectLst/>
              <a:uFillTx/>
              <a:latin typeface="Arial"/>
            </a:endParaRPr>
          </a:p>
        </p:txBody>
      </p:sp>
      <p:sp>
        <p:nvSpPr>
          <p:cNvPr id="4" name="PlaceHolder 3"/>
          <p:cNvSpPr>
            <a:spLocks noGrp="1"/>
          </p:cNvSpPr>
          <p:nvPr>
            <p:ph type="sldNum" idx="3"/>
          </p:nvPr>
        </p:nvSpPr>
        <p:spPr/>
        <p:txBody>
          <a:bodyPr/>
          <a:p>
            <a:fld id="{291D6ACD-F395-4334-9DC1-E1E38FCBE49F}" type="slidenum">
              <a:t>8</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302400"/>
            <a:ext cx="8639640" cy="900360"/>
          </a:xfrm>
          <a:prstGeom prst="rect">
            <a:avLst/>
          </a:prstGeom>
          <a:noFill/>
          <a:ln w="0">
            <a:noFill/>
          </a:ln>
        </p:spPr>
        <p:txBody>
          <a:bodyPr lIns="0" rIns="0" tIns="0" bIns="0" anchor="ctr">
            <a:spAutoFit/>
          </a:bodyPr>
          <a:p>
            <a:pPr indent="0" algn="ctr">
              <a:lnSpc>
                <a:spcPct val="100000"/>
              </a:lnSpc>
              <a:buNone/>
              <a:tabLst>
                <a:tab algn="l" pos="0"/>
              </a:tabLst>
            </a:pPr>
            <a:r>
              <a:rPr b="1" lang="en-US" sz="3200" strike="noStrike" u="none">
                <a:solidFill>
                  <a:srgbClr val="333333"/>
                </a:solidFill>
                <a:effectLst/>
                <a:uFillTx/>
                <a:latin typeface="DejaVu Sans"/>
              </a:rPr>
              <a:t>ALGORITHM EXPLAINED</a:t>
            </a:r>
            <a:endParaRPr b="0" lang="en-IN" sz="3200" strike="noStrike" u="none">
              <a:solidFill>
                <a:srgbClr val="000000"/>
              </a:solidFill>
              <a:effectLst/>
              <a:uFillTx/>
              <a:latin typeface="Arial"/>
            </a:endParaRPr>
          </a:p>
        </p:txBody>
      </p:sp>
      <p:sp>
        <p:nvSpPr>
          <p:cNvPr id="61" name=""/>
          <p:cNvSpPr/>
          <p:nvPr/>
        </p:nvSpPr>
        <p:spPr>
          <a:xfrm>
            <a:off x="4114800" y="1143000"/>
            <a:ext cx="2514240" cy="1599840"/>
          </a:xfrm>
          <a:prstGeom prst="rect">
            <a:avLst/>
          </a:prstGeom>
          <a:noFill/>
          <a:ln w="18000">
            <a:noFill/>
          </a:ln>
        </p:spPr>
        <p:style>
          <a:lnRef idx="0"/>
          <a:fillRef idx="0"/>
          <a:effectRef idx="0"/>
          <a:fontRef idx="minor"/>
        </p:style>
        <p:txBody>
          <a:bodyPr lIns="90000" rIns="90000" tIns="45000" bIns="45000" anchor="t">
            <a:spAutoFit/>
          </a:bodyPr>
          <a:p>
            <a:pPr marL="432000" indent="-324000">
              <a:lnSpc>
                <a:spcPct val="100000"/>
              </a:lnSpc>
              <a:spcAft>
                <a:spcPts val="1060"/>
              </a:spcAft>
              <a:buClr>
                <a:srgbClr val="666666"/>
              </a:buClr>
              <a:buSzPct val="45000"/>
              <a:buFont typeface="Wingdings" charset="2"/>
              <a:buChar char=""/>
            </a:pPr>
            <a:r>
              <a:rPr b="0" lang="en-US" sz="800" strike="noStrike" u="none">
                <a:solidFill>
                  <a:srgbClr val="000000"/>
                </a:solidFill>
                <a:effectLst/>
                <a:uFillTx/>
                <a:latin typeface="DejaVu Sans"/>
              </a:rPr>
              <a:t>    local in="$1"local out="${in%.wav}.flac</a:t>
            </a:r>
            <a:endParaRPr b="0" lang="en-IN" sz="800" strike="noStrike" u="none">
              <a:solidFill>
                <a:srgbClr val="000000"/>
              </a:solidFill>
              <a:effectLst/>
              <a:uFillTx/>
              <a:latin typeface="Arial"/>
            </a:endParaRPr>
          </a:p>
          <a:p>
            <a:pPr marL="432000" indent="-324000">
              <a:lnSpc>
                <a:spcPct val="100000"/>
              </a:lnSpc>
              <a:spcAft>
                <a:spcPts val="1060"/>
              </a:spcAft>
              <a:buClr>
                <a:srgbClr val="666666"/>
              </a:buClr>
              <a:buSzPct val="45000"/>
              <a:buFont typeface="Wingdings" charset="2"/>
              <a:buChar char=""/>
            </a:pPr>
            <a:r>
              <a:rPr b="0" lang="en-US" sz="800" strike="noStrike" u="none">
                <a:solidFill>
                  <a:srgbClr val="000000"/>
                </a:solidFill>
                <a:effectLst/>
                <a:uFillTx/>
                <a:latin typeface="DejaVu Sans"/>
              </a:rPr>
              <a:t>out="${out%.WAV}.flac"   # handle uppercase</a:t>
            </a:r>
            <a:endParaRPr b="0" lang="en-IN" sz="800" strike="noStrike" u="none">
              <a:solidFill>
                <a:srgbClr val="000000"/>
              </a:solidFill>
              <a:effectLst/>
              <a:uFillTx/>
              <a:latin typeface="Arial"/>
            </a:endParaRPr>
          </a:p>
          <a:p>
            <a:pPr marL="432000" indent="-324000">
              <a:lnSpc>
                <a:spcPct val="100000"/>
              </a:lnSpc>
              <a:spcAft>
                <a:spcPts val="1060"/>
              </a:spcAft>
              <a:buClr>
                <a:srgbClr val="666666"/>
              </a:buClr>
              <a:buSzPct val="45000"/>
              <a:buFont typeface="Wingdings" charset="2"/>
              <a:buChar char=""/>
            </a:pPr>
            <a:r>
              <a:rPr b="0" lang="en-US" sz="800" strike="noStrike" u="none">
                <a:solidFill>
                  <a:srgbClr val="000000"/>
                </a:solidFill>
                <a:effectLst/>
                <a:uFillTx/>
                <a:latin typeface="DejaVu Sans"/>
              </a:rPr>
              <a:t>    echo "Converting: $in → $out"</a:t>
            </a:r>
            <a:endParaRPr b="0" lang="en-IN" sz="800" strike="noStrike" u="none">
              <a:solidFill>
                <a:srgbClr val="000000"/>
              </a:solidFill>
              <a:effectLst/>
              <a:uFillTx/>
              <a:latin typeface="Arial"/>
            </a:endParaRPr>
          </a:p>
          <a:p>
            <a:pPr marL="432000" indent="-324000">
              <a:lnSpc>
                <a:spcPct val="100000"/>
              </a:lnSpc>
              <a:spcAft>
                <a:spcPts val="1060"/>
              </a:spcAft>
              <a:buClr>
                <a:srgbClr val="666666"/>
              </a:buClr>
              <a:buSzPct val="45000"/>
              <a:buFont typeface="Wingdings" charset="2"/>
              <a:buChar char=""/>
            </a:pPr>
            <a:r>
              <a:rPr b="0" lang="en-US" sz="800" strike="noStrike" u="none">
                <a:solidFill>
                  <a:srgbClr val="000000"/>
                </a:solidFill>
                <a:effectLst/>
                <a:uFillTx/>
                <a:latin typeface="DejaVu Sans"/>
              </a:rPr>
              <a:t>    ffmpeg -y -hide_banner -loglevel error -i "$in" -c:a flac "$out"}</a:t>
            </a:r>
            <a:endParaRPr b="0" lang="en-IN" sz="800" strike="noStrike" u="none">
              <a:solidFill>
                <a:srgbClr val="000000"/>
              </a:solidFill>
              <a:effectLst/>
              <a:uFillTx/>
              <a:latin typeface="Arial"/>
            </a:endParaRPr>
          </a:p>
        </p:txBody>
      </p:sp>
      <p:sp>
        <p:nvSpPr>
          <p:cNvPr id="62" name=""/>
          <p:cNvSpPr/>
          <p:nvPr/>
        </p:nvSpPr>
        <p:spPr>
          <a:xfrm>
            <a:off x="4250880" y="2743200"/>
            <a:ext cx="3292560" cy="2163960"/>
          </a:xfrm>
          <a:prstGeom prst="rect">
            <a:avLst/>
          </a:prstGeom>
          <a:noFill/>
          <a:ln w="18000">
            <a:noFill/>
          </a:ln>
        </p:spPr>
        <p:style>
          <a:lnRef idx="0"/>
          <a:fillRef idx="0"/>
          <a:effectRef idx="0"/>
          <a:fontRef idx="minor"/>
        </p:style>
        <p:txBody>
          <a:bodyPr lIns="90000" rIns="90000" tIns="45000" bIns="45000" anchor="t">
            <a:spAutoFit/>
          </a:bodyPr>
          <a:p>
            <a:pPr marL="432000" indent="-324000">
              <a:lnSpc>
                <a:spcPct val="100000"/>
              </a:lnSpc>
              <a:spcAft>
                <a:spcPts val="1060"/>
              </a:spcAft>
              <a:buClr>
                <a:srgbClr val="666666"/>
              </a:buClr>
              <a:buSzPct val="45000"/>
              <a:buFont typeface="Wingdings" charset="2"/>
              <a:buChar char=""/>
            </a:pPr>
            <a:r>
              <a:rPr b="0" lang="en-US" sz="800" strike="noStrike" u="none">
                <a:solidFill>
                  <a:srgbClr val="000000"/>
                </a:solidFill>
                <a:effectLst/>
                <a:uFillTx/>
                <a:latin typeface="DejaVu Sans"/>
              </a:rPr>
              <a:t>if [ -f "$INPUT" ]; then</a:t>
            </a:r>
            <a:endParaRPr b="0" lang="en-IN" sz="800" strike="noStrike" u="none">
              <a:solidFill>
                <a:srgbClr val="000000"/>
              </a:solidFill>
              <a:effectLst/>
              <a:uFillTx/>
              <a:latin typeface="Arial"/>
            </a:endParaRPr>
          </a:p>
          <a:p>
            <a:pPr marL="432000" indent="-324000">
              <a:lnSpc>
                <a:spcPct val="100000"/>
              </a:lnSpc>
              <a:spcAft>
                <a:spcPts val="1060"/>
              </a:spcAft>
              <a:buClr>
                <a:srgbClr val="666666"/>
              </a:buClr>
              <a:buSzPct val="45000"/>
              <a:buFont typeface="Wingdings" charset="2"/>
              <a:buChar char=""/>
            </a:pPr>
            <a:r>
              <a:rPr b="0" lang="en-US" sz="800" strike="noStrike" u="none">
                <a:solidFill>
                  <a:srgbClr val="000000"/>
                </a:solidFill>
                <a:effectLst/>
                <a:uFillTx/>
                <a:latin typeface="DejaVu Sans"/>
              </a:rPr>
              <a:t>    # single file</a:t>
            </a:r>
            <a:endParaRPr b="0" lang="en-IN" sz="800" strike="noStrike" u="none">
              <a:solidFill>
                <a:srgbClr val="000000"/>
              </a:solidFill>
              <a:effectLst/>
              <a:uFillTx/>
              <a:latin typeface="Arial"/>
            </a:endParaRPr>
          </a:p>
          <a:p>
            <a:pPr marL="432000" indent="-324000">
              <a:lnSpc>
                <a:spcPct val="100000"/>
              </a:lnSpc>
              <a:spcAft>
                <a:spcPts val="1060"/>
              </a:spcAft>
              <a:buClr>
                <a:srgbClr val="666666"/>
              </a:buClr>
              <a:buSzPct val="45000"/>
              <a:buFont typeface="Wingdings" charset="2"/>
              <a:buChar char=""/>
            </a:pPr>
            <a:r>
              <a:rPr b="0" lang="en-US" sz="800" strike="noStrike" u="none">
                <a:solidFill>
                  <a:srgbClr val="000000"/>
                </a:solidFill>
                <a:effectLst/>
                <a:uFillTx/>
                <a:latin typeface="DejaVu Sans"/>
              </a:rPr>
              <a:t>    case "$INPUT" in</a:t>
            </a:r>
            <a:endParaRPr b="0" lang="en-IN" sz="800" strike="noStrike" u="none">
              <a:solidFill>
                <a:srgbClr val="000000"/>
              </a:solidFill>
              <a:effectLst/>
              <a:uFillTx/>
              <a:latin typeface="Arial"/>
            </a:endParaRPr>
          </a:p>
          <a:p>
            <a:pPr marL="432000" indent="-324000">
              <a:lnSpc>
                <a:spcPct val="100000"/>
              </a:lnSpc>
              <a:spcAft>
                <a:spcPts val="1060"/>
              </a:spcAft>
              <a:buClr>
                <a:srgbClr val="666666"/>
              </a:buClr>
              <a:buSzPct val="45000"/>
              <a:buFont typeface="Wingdings" charset="2"/>
              <a:buChar char=""/>
            </a:pPr>
            <a:r>
              <a:rPr b="0" lang="en-US" sz="800" strike="noStrike" u="none">
                <a:solidFill>
                  <a:srgbClr val="000000"/>
                </a:solidFill>
                <a:effectLst/>
                <a:uFillTx/>
                <a:latin typeface="DejaVu Sans"/>
              </a:rPr>
              <a:t>        *.wav|*.WAV) convert_one "$INPUT" ;;</a:t>
            </a:r>
            <a:endParaRPr b="0" lang="en-IN" sz="800" strike="noStrike" u="none">
              <a:solidFill>
                <a:srgbClr val="000000"/>
              </a:solidFill>
              <a:effectLst/>
              <a:uFillTx/>
              <a:latin typeface="Arial"/>
            </a:endParaRPr>
          </a:p>
          <a:p>
            <a:pPr marL="432000" indent="-324000">
              <a:lnSpc>
                <a:spcPct val="100000"/>
              </a:lnSpc>
              <a:spcAft>
                <a:spcPts val="1060"/>
              </a:spcAft>
              <a:buClr>
                <a:srgbClr val="666666"/>
              </a:buClr>
              <a:buSzPct val="45000"/>
              <a:buFont typeface="Wingdings" charset="2"/>
              <a:buChar char=""/>
            </a:pPr>
            <a:r>
              <a:rPr b="0" lang="en-US" sz="800" strike="noStrike" u="none">
                <a:solidFill>
                  <a:srgbClr val="000000"/>
                </a:solidFill>
                <a:effectLst/>
                <a:uFillTx/>
                <a:latin typeface="DejaVu Sans"/>
              </a:rPr>
              <a:t>        *) echo "Not a .wav file: $INPUT" ;;</a:t>
            </a:r>
            <a:endParaRPr b="0" lang="en-IN" sz="800" strike="noStrike" u="none">
              <a:solidFill>
                <a:srgbClr val="000000"/>
              </a:solidFill>
              <a:effectLst/>
              <a:uFillTx/>
              <a:latin typeface="Arial"/>
            </a:endParaRPr>
          </a:p>
          <a:p>
            <a:pPr marL="432000" indent="-324000">
              <a:lnSpc>
                <a:spcPct val="100000"/>
              </a:lnSpc>
              <a:spcAft>
                <a:spcPts val="1060"/>
              </a:spcAft>
              <a:buClr>
                <a:srgbClr val="666666"/>
              </a:buClr>
              <a:buSzPct val="45000"/>
              <a:buFont typeface="Wingdings" charset="2"/>
              <a:buChar char=""/>
            </a:pPr>
            <a:r>
              <a:rPr b="0" lang="en-US" sz="800" strike="noStrike" u="none">
                <a:solidFill>
                  <a:srgbClr val="000000"/>
                </a:solidFill>
                <a:effectLst/>
                <a:uFillTx/>
                <a:latin typeface="DejaVu Sans"/>
              </a:rPr>
              <a:t>    esac</a:t>
            </a:r>
            <a:endParaRPr b="0" lang="en-IN" sz="800" strike="noStrike" u="none">
              <a:solidFill>
                <a:srgbClr val="000000"/>
              </a:solidFill>
              <a:effectLst/>
              <a:uFillTx/>
              <a:latin typeface="Arial"/>
            </a:endParaRPr>
          </a:p>
          <a:p>
            <a:pPr marL="432000" indent="-324000">
              <a:lnSpc>
                <a:spcPct val="100000"/>
              </a:lnSpc>
              <a:spcAft>
                <a:spcPts val="1060"/>
              </a:spcAft>
              <a:buClr>
                <a:srgbClr val="666666"/>
              </a:buClr>
              <a:buSzPct val="45000"/>
              <a:buFont typeface="Wingdings" charset="2"/>
              <a:buChar char=""/>
            </a:pPr>
            <a:r>
              <a:rPr b="0" lang="en-US" sz="800" strike="noStrike" u="none">
                <a:solidFill>
                  <a:srgbClr val="000000"/>
                </a:solidFill>
                <a:effectLst/>
                <a:uFillTx/>
                <a:latin typeface="DejaVu Sans"/>
              </a:rPr>
              <a:t>elif [ -d "$INPUT" ]; then</a:t>
            </a:r>
            <a:endParaRPr b="0" lang="en-IN" sz="800" strike="noStrike" u="none">
              <a:solidFill>
                <a:srgbClr val="000000"/>
              </a:solidFill>
              <a:effectLst/>
              <a:uFillTx/>
              <a:latin typeface="Arial"/>
            </a:endParaRPr>
          </a:p>
          <a:p>
            <a:pPr marL="432000" indent="-324000">
              <a:lnSpc>
                <a:spcPct val="100000"/>
              </a:lnSpc>
              <a:spcAft>
                <a:spcPts val="1060"/>
              </a:spcAft>
              <a:buClr>
                <a:srgbClr val="666666"/>
              </a:buClr>
              <a:buSzPct val="45000"/>
              <a:buFont typeface="Wingdings" charset="2"/>
              <a:buChar char=""/>
            </a:pPr>
            <a:r>
              <a:rPr b="0" lang="en-US" sz="800" strike="noStrike" u="none">
                <a:solidFill>
                  <a:srgbClr val="000000"/>
                </a:solidFill>
                <a:effectLst/>
                <a:uFillTx/>
                <a:latin typeface="DejaVu Sans"/>
              </a:rPr>
              <a:t>  </a:t>
            </a:r>
            <a:endParaRPr b="0" lang="en-IN" sz="800" strike="noStrike" u="none">
              <a:solidFill>
                <a:srgbClr val="000000"/>
              </a:solidFill>
              <a:effectLst/>
              <a:uFillTx/>
              <a:latin typeface="Arial"/>
            </a:endParaRPr>
          </a:p>
        </p:txBody>
      </p:sp>
      <p:sp>
        <p:nvSpPr>
          <p:cNvPr id="63" name=""/>
          <p:cNvSpPr/>
          <p:nvPr/>
        </p:nvSpPr>
        <p:spPr>
          <a:xfrm>
            <a:off x="1096560" y="1325160"/>
            <a:ext cx="3381840" cy="3599640"/>
          </a:xfrm>
          <a:prstGeom prst="rect">
            <a:avLst/>
          </a:prstGeom>
          <a:noFill/>
          <a:ln w="0">
            <a:noFill/>
          </a:ln>
        </p:spPr>
        <p:style>
          <a:lnRef idx="0"/>
          <a:fillRef idx="0"/>
          <a:effectRef idx="0"/>
          <a:fontRef idx="minor"/>
        </p:style>
        <p:txBody>
          <a:bodyPr lIns="0" rIns="0" tIns="0" bIns="0" anchor="t">
            <a:normAutofit/>
          </a:bodyPr>
          <a:p>
            <a:pPr>
              <a:lnSpc>
                <a:spcPct val="100000"/>
              </a:lnSpc>
            </a:pPr>
            <a:endParaRPr b="1" lang="en-US" sz="2400" strike="noStrike" u="none">
              <a:solidFill>
                <a:srgbClr val="666666"/>
              </a:solidFill>
              <a:effectLst/>
              <a:uFillTx/>
              <a:latin typeface="DejaVu Sans"/>
            </a:endParaRPr>
          </a:p>
        </p:txBody>
      </p:sp>
      <p:sp>
        <p:nvSpPr>
          <p:cNvPr id="64" name=""/>
          <p:cNvSpPr/>
          <p:nvPr/>
        </p:nvSpPr>
        <p:spPr>
          <a:xfrm>
            <a:off x="1096560" y="1325160"/>
            <a:ext cx="3381840" cy="3599640"/>
          </a:xfrm>
          <a:prstGeom prst="rect">
            <a:avLst/>
          </a:prstGeom>
          <a:noFill/>
          <a:ln w="0">
            <a:noFill/>
          </a:ln>
        </p:spPr>
        <p:style>
          <a:lnRef idx="0"/>
          <a:fillRef idx="0"/>
          <a:effectRef idx="0"/>
          <a:fontRef idx="minor"/>
        </p:style>
        <p:txBody>
          <a:bodyPr lIns="0" rIns="0" tIns="0" bIns="0" anchor="t">
            <a:normAutofit/>
          </a:bodyPr>
          <a:p>
            <a:pPr>
              <a:lnSpc>
                <a:spcPct val="100000"/>
              </a:lnSpc>
            </a:pPr>
            <a:endParaRPr b="1" lang="en-US" sz="2400" strike="noStrike" u="none">
              <a:solidFill>
                <a:srgbClr val="666666"/>
              </a:solidFill>
              <a:effectLst/>
              <a:uFillTx/>
              <a:latin typeface="DejaVu Sans"/>
            </a:endParaRPr>
          </a:p>
        </p:txBody>
      </p:sp>
      <p:sp>
        <p:nvSpPr>
          <p:cNvPr id="65" name=""/>
          <p:cNvSpPr/>
          <p:nvPr/>
        </p:nvSpPr>
        <p:spPr>
          <a:xfrm>
            <a:off x="1096560" y="1325160"/>
            <a:ext cx="3381840" cy="3599640"/>
          </a:xfrm>
          <a:prstGeom prst="rect">
            <a:avLst/>
          </a:prstGeom>
          <a:noFill/>
          <a:ln w="0">
            <a:noFill/>
          </a:ln>
        </p:spPr>
        <p:style>
          <a:lnRef idx="0"/>
          <a:fillRef idx="0"/>
          <a:effectRef idx="0"/>
          <a:fontRef idx="minor"/>
        </p:style>
        <p:txBody>
          <a:bodyPr lIns="0" rIns="0" tIns="0" bIns="0" anchor="t">
            <a:normAutofit/>
          </a:bodyPr>
          <a:p>
            <a:pPr>
              <a:lnSpc>
                <a:spcPct val="100000"/>
              </a:lnSpc>
            </a:pPr>
            <a:endParaRPr b="1" lang="en-US" sz="2400" strike="noStrike" u="none">
              <a:solidFill>
                <a:srgbClr val="666666"/>
              </a:solidFill>
              <a:effectLst/>
              <a:uFillTx/>
              <a:latin typeface="DejaVu Sans"/>
            </a:endParaRPr>
          </a:p>
        </p:txBody>
      </p:sp>
      <p:sp>
        <p:nvSpPr>
          <p:cNvPr id="66" name=""/>
          <p:cNvSpPr/>
          <p:nvPr/>
        </p:nvSpPr>
        <p:spPr>
          <a:xfrm>
            <a:off x="1096560" y="1325160"/>
            <a:ext cx="3381840" cy="3599640"/>
          </a:xfrm>
          <a:prstGeom prst="rect">
            <a:avLst/>
          </a:prstGeom>
          <a:noFill/>
          <a:ln w="0">
            <a:noFill/>
          </a:ln>
        </p:spPr>
        <p:style>
          <a:lnRef idx="0"/>
          <a:fillRef idx="0"/>
          <a:effectRef idx="0"/>
          <a:fontRef idx="minor"/>
        </p:style>
        <p:txBody>
          <a:bodyPr lIns="0" rIns="0" tIns="0" bIns="0" anchor="t">
            <a:normAutofit/>
          </a:bodyPr>
          <a:p>
            <a:pPr marL="432000" indent="-324000">
              <a:lnSpc>
                <a:spcPct val="100000"/>
              </a:lnSpc>
              <a:spcAft>
                <a:spcPts val="1060"/>
              </a:spcAft>
              <a:buClr>
                <a:srgbClr val="666666"/>
              </a:buClr>
              <a:buSzPct val="45000"/>
              <a:buFont typeface="Wingdings" charset="2"/>
              <a:buChar char=""/>
            </a:pPr>
            <a:r>
              <a:rPr b="0" lang="en-US" sz="2400" strike="noStrike" u="none">
                <a:solidFill>
                  <a:srgbClr val="666666"/>
                </a:solidFill>
                <a:effectLst/>
                <a:uFillTx/>
                <a:latin typeface="DejaVu Sans"/>
              </a:rPr>
              <a:t>Click to add Text</a:t>
            </a:r>
            <a:endParaRPr b="0" lang="en-IN" sz="2400" strike="noStrike" u="none">
              <a:solidFill>
                <a:srgbClr val="000000"/>
              </a:solidFill>
              <a:effectLst/>
              <a:uFillTx/>
              <a:latin typeface="Arial"/>
            </a:endParaRPr>
          </a:p>
        </p:txBody>
      </p:sp>
      <p:sp>
        <p:nvSpPr>
          <p:cNvPr id="3" name="PlaceHolder 2"/>
          <p:cNvSpPr>
            <a:spLocks noGrp="1"/>
          </p:cNvSpPr>
          <p:nvPr>
            <p:ph type="sldNum" idx="3"/>
          </p:nvPr>
        </p:nvSpPr>
        <p:spPr/>
        <p:txBody>
          <a:bodyPr/>
          <a:p>
            <a:fld id="{867159FF-4AD5-4228-B844-2C02B3A1B7B2}"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7" name="" descr=""/>
          <p:cNvPicPr/>
          <p:nvPr/>
        </p:nvPicPr>
        <p:blipFill>
          <a:blip r:embed="rId1"/>
          <a:stretch/>
        </p:blipFill>
        <p:spPr>
          <a:xfrm>
            <a:off x="1080000" y="900000"/>
            <a:ext cx="7740000" cy="4128120"/>
          </a:xfrm>
          <a:prstGeom prst="rect">
            <a:avLst/>
          </a:prstGeom>
          <a:noFill/>
          <a:ln w="0">
            <a:noFill/>
          </a:ln>
        </p:spPr>
      </p:pic>
      <p:sp>
        <p:nvSpPr>
          <p:cNvPr id="2" name="PlaceHolder 1"/>
          <p:cNvSpPr>
            <a:spLocks noGrp="1"/>
          </p:cNvSpPr>
          <p:nvPr>
            <p:ph type="sldNum" idx="3"/>
          </p:nvPr>
        </p:nvSpPr>
        <p:spPr/>
        <p:txBody>
          <a:bodyPr/>
          <a:p>
            <a:fld id="{740BE4F3-B2A3-42C9-B052-3780A486AE53}" type="slidenum">
              <a:t>10</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13</TotalTime>
  <Application>LibreOffice/25.8.2.2$Windows_X86_64 LibreOffice_project/d401f2107ccab8f924a8e2df40f573aab7605b6f</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2025-09-19T13:05:10Z</dcterms:created>
  <dc:creator/>
  <dc:description>This work is licensed under a Creative Commons-0 licence.
It makes use of the works of Zirk.</dc:description>
  <dc:language>en-US</dc:language>
  <cp:lastModifiedBy/>
  <dcterms:modified xsi:type="dcterms:W3CDTF">2025-11-14T14:58:03Z</dcterms:modified>
  <cp:revision>3</cp:revision>
  <dc:subject/>
  <dc:title>Focus</dc:title>
</cp:coreProperties>
</file>

<file path=docProps/custom.xml><?xml version="1.0" encoding="utf-8"?>
<Properties xmlns="http://schemas.openxmlformats.org/officeDocument/2006/custom-properties" xmlns:vt="http://schemas.openxmlformats.org/officeDocument/2006/docPropsVTypes"/>
</file>